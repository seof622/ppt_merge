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47418C-CAE0-489B-A5D0-99329E7673F1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AC33FC-C3A7-475E-A879-33D77CA76A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0758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NOTES_C-1: </a:t>
            </a:r>
            <a:r>
              <a:rPr lang="ko-KR" altLang="en-US"/>
              <a:t>원본과 결합 결과에서 이 노트가 같아야 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AC33FC-C3A7-475E-A879-33D77CA76A6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9130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FC2877-8649-CCCF-DA1C-8A4F1E34EC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F9FD36B-941D-3242-FE7B-5EFA1CE845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59AC98-5ADA-351F-7BBF-F714774A8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1F432-B952-4533-A945-F7B10A832D50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5F6A02-5AA7-D9F4-604F-55BE49B2E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044ACC-3A02-71CE-BBAA-B0B45A610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93531-DF20-4DEC-90F6-2E91F86094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4719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65F1AB-0F70-7A35-7626-736993116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8C06D8-1222-E3AB-6F3A-61A45C814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102A21-3D1F-1462-3BE9-661597C3E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1F432-B952-4533-A945-F7B10A832D50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C82DCF-2C20-9B8B-F54C-867822D34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98CD06-931D-4C53-ADAB-7B464F0B3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93531-DF20-4DEC-90F6-2E91F86094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6954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E334CB-C56F-4C2D-A55C-5FE4BC638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4940E4-7968-09AD-DFFF-170D843565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FD7ABB-4619-2A92-6950-AA570E047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1F432-B952-4533-A945-F7B10A832D50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F95B10-5C7E-7280-0063-9812D919A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9ED3BE-E403-33DC-727C-21A6AACB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93531-DF20-4DEC-90F6-2E91F86094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7381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50870-8C16-B057-95D4-1FD27A50A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BF70A6-05EE-B0B6-3A1E-0E929C869B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ED1EF9A-5362-183E-A278-85C1C7633B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4AF1C9B-175C-E76D-4FCC-AA259D81A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1F432-B952-4533-A945-F7B10A832D50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740AC9-81DB-940E-F36A-D91DB4305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D1A50E-5572-F154-1978-5F46F7011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93531-DF20-4DEC-90F6-2E91F86094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2504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A4965A-DD01-C641-8B4C-0B1450691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A7AAA-FEC8-2593-CF9E-06AB71F2B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ED753E8-5F8A-21DD-DE17-BDC9B57572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6CC2A3C-79F5-CF7B-522F-AC5358C3B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C9D514F-9BFE-419E-753D-5586B6E555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E7071DC-477C-D78A-9F91-7E4BB2837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1F432-B952-4533-A945-F7B10A832D50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6099E4B-3AE3-1EDF-5BA3-714400C50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A7079CB-B7BE-7911-F644-F63458B32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93531-DF20-4DEC-90F6-2E91F86094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0370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32684D-C5DC-7026-89BB-A347B2F6A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4F17985-EAF8-5C2F-3361-9D7FB0D0D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1F432-B952-4533-A945-F7B10A832D50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EEC9DA7-3D4B-6603-1C71-515570CAB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C1572F0-C5D1-B203-9BB4-2B6BB0F41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93531-DF20-4DEC-90F6-2E91F86094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8675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195F7D2-432E-10E2-C368-8972EED07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1F432-B952-4533-A945-F7B10A832D50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5375D10-5DFF-56EE-A565-B0763F024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6067E1-1625-F107-2977-F3152B190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93531-DF20-4DEC-90F6-2E91F86094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8746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15DFFC-388F-60E3-E264-1085D25F7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B8028F-27BE-E6C4-6BFD-97D6A9B02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382091-9CAF-15E0-11EA-0873BCC665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0BF672-7B49-46A3-780B-E5D9797E6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1F432-B952-4533-A945-F7B10A832D50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B140A1-554A-FA62-B9A0-8DB58F682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FAE0A4-BDD8-DC01-C7BB-9540A5BF1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93531-DF20-4DEC-90F6-2E91F86094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332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9E7D22-78E7-ED0F-06AA-686E6F295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ACD0252-FBDD-FBE9-9E4E-0F43BA42543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447E492-F9EE-2B43-E8C4-CC021B4AE5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41BB5D7-4C3F-44D9-51D7-96BA22F16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1F432-B952-4533-A945-F7B10A832D50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2C23E8-95A2-2E49-7A0B-118C9C3F5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2F65EB-039C-8324-F85F-63053BEB5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93531-DF20-4DEC-90F6-2E91F86094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6004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DA6BF5-52BD-15AF-0117-4FEE424A7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E401CFA-1831-17AD-0936-D7625D94A0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23FC51-2F05-8B8A-F40C-13584447F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1F432-B952-4533-A945-F7B10A832D50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8A29B0-51A0-2B7C-FE5A-7FF10772A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11E3F8-E355-3289-BC09-B4B6F3CDF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93531-DF20-4DEC-90F6-2E91F86094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3153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1504C9F-1EDA-7A10-ECE7-13A1199124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9775BC6-CB57-BFB1-8FF0-58D1FEC1CA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231EBA-5BF0-C4EC-7C06-F19B65694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1F432-B952-4533-A945-F7B10A832D50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D3BA32-CE96-56EA-5AE3-3388111D7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435A00-EF4D-1132-ADBB-96B757113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93531-DF20-4DEC-90F6-2E91F86094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498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0BA7BD7-606D-CE41-E404-46D295967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49C512-D5C7-F6A4-5DC1-EAA96FD10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A0995F-5018-D3EF-6D20-FD8C9DCDDF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41F432-B952-4533-A945-F7B10A832D50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20A525-82D5-7642-7F2E-A2ABE5B805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BA392F-7DC4-A925-518B-50C40285B6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293531-DF20-4DEC-90F6-2E91F86094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3662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st_title">
            <a:extLst>
              <a:ext uri="{FF2B5EF4-FFF2-40B4-BE49-F238E27FC236}">
                <a16:creationId xmlns:a16="http://schemas.microsoft.com/office/drawing/2014/main" id="{D3B3794D-B450-7442-39ED-FD04A9BC7D7F}"/>
              </a:ext>
            </a:extLst>
          </p:cNvPr>
          <p:cNvSpPr txBox="1"/>
          <p:nvPr/>
        </p:nvSpPr>
        <p:spPr>
          <a:xfrm>
            <a:off x="533400" y="482600"/>
            <a:ext cx="10795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3000">
                <a:solidFill>
                  <a:srgbClr val="1E293B"/>
                </a:solidFill>
                <a:latin typeface="맑은 고딕" panose="020B0503020000020004" pitchFamily="50" charset="-127"/>
              </a:rPr>
              <a:t>C-1  4:3 </a:t>
            </a:r>
            <a:r>
              <a:rPr lang="ko-KR" altLang="en-US" sz="3000">
                <a:solidFill>
                  <a:srgbClr val="1E293B"/>
                </a:solidFill>
                <a:latin typeface="맑은 고딕" panose="020B0503020000020004" pitchFamily="50" charset="-127"/>
              </a:rPr>
              <a:t>크기 불일치 검증</a:t>
            </a:r>
          </a:p>
        </p:txBody>
      </p:sp>
      <p:sp>
        <p:nvSpPr>
          <p:cNvPr id="3" name="size_description">
            <a:extLst>
              <a:ext uri="{FF2B5EF4-FFF2-40B4-BE49-F238E27FC236}">
                <a16:creationId xmlns:a16="http://schemas.microsoft.com/office/drawing/2014/main" id="{9555CE2C-19A0-1E2F-8BFE-4435D30FBAC8}"/>
              </a:ext>
            </a:extLst>
          </p:cNvPr>
          <p:cNvSpPr txBox="1"/>
          <p:nvPr/>
        </p:nvSpPr>
        <p:spPr>
          <a:xfrm>
            <a:off x="635000" y="2032000"/>
            <a:ext cx="7747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>
                <a:solidFill>
                  <a:srgbClr val="1E293B"/>
                </a:solidFill>
                <a:latin typeface="맑은 고딕" panose="020B0503020000020004" pitchFamily="50" charset="-127"/>
              </a:rPr>
              <a:t>이 파일은 </a:t>
            </a:r>
            <a:r>
              <a:rPr lang="en-US" altLang="ko-KR" sz="2400">
                <a:solidFill>
                  <a:srgbClr val="1E293B"/>
                </a:solidFill>
                <a:latin typeface="맑은 고딕" panose="020B0503020000020004" pitchFamily="50" charset="-127"/>
              </a:rPr>
              <a:t>4:3</a:t>
            </a:r>
            <a:r>
              <a:rPr lang="ko-KR" altLang="en-US" sz="2400">
                <a:solidFill>
                  <a:srgbClr val="1E293B"/>
                </a:solidFill>
                <a:latin typeface="맑은 고딕" panose="020B0503020000020004" pitchFamily="50" charset="-127"/>
              </a:rPr>
              <a:t>입니다</a:t>
            </a:r>
            <a:r>
              <a:rPr lang="en-US" altLang="ko-KR" sz="2400">
                <a:solidFill>
                  <a:srgbClr val="1E293B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2400">
                <a:solidFill>
                  <a:srgbClr val="1E293B"/>
                </a:solidFill>
                <a:latin typeface="맑은 고딕" panose="020B0503020000020004" pitchFamily="50" charset="-127"/>
              </a:rPr>
              <a:t>결합 전에 크기 경고가 필요합니다</a:t>
            </a:r>
            <a:r>
              <a:rPr lang="en-US" altLang="ko-KR" sz="2400">
                <a:solidFill>
                  <a:srgbClr val="1E293B"/>
                </a:solidFill>
                <a:latin typeface="맑은 고딕" panose="020B0503020000020004" pitchFamily="50" charset="-127"/>
              </a:rPr>
              <a:t>.</a:t>
            </a:r>
            <a:endParaRPr lang="ko-KR" altLang="en-US" sz="2400">
              <a:solidFill>
                <a:srgbClr val="1E293B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38952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</Words>
  <Application>Microsoft Office PowerPoint</Application>
  <PresentationFormat>사용자 지정</PresentationFormat>
  <Paragraphs>4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taehyun an</dc:creator>
  <cp:lastModifiedBy>taehyun an</cp:lastModifiedBy>
  <cp:revision>1</cp:revision>
  <dcterms:created xsi:type="dcterms:W3CDTF">2026-10-07T06:36:22Z</dcterms:created>
  <dcterms:modified xsi:type="dcterms:W3CDTF">2026-10-07T06:36:22Z</dcterms:modified>
</cp:coreProperties>
</file>
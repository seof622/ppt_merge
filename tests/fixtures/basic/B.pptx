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3" d="100"/>
          <a:sy n="23" d="100"/>
        </p:scale>
        <p:origin x="78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ko-KR"/>
              <a:t>검증용 가상 데이터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샘플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8FA-B8CF-3C9C4E9C09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69013135"/>
        <c:axId val="1480385935"/>
      </c:barChart>
      <c:catAx>
        <c:axId val="96901313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80385935"/>
        <c:crosses val="autoZero"/>
        <c:auto val="1"/>
        <c:lblAlgn val="ctr"/>
        <c:lblOffset val="100"/>
        <c:noMultiLvlLbl val="0"/>
      </c:catAx>
      <c:valAx>
        <c:axId val="1480385935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969013135"/>
        <c:crosses val="autoZero"/>
        <c:crossBetween val="between"/>
      </c:valAx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>
          <a:latin typeface="맑은 고딕" panose="020B0503020000020004" pitchFamily="50" charset="-127"/>
        </a:defRPr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589A49-7105-41FF-865A-3678FBF6C6E5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3B865-4ACC-448E-A404-1E624715FB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56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NOTES_B-1: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3B865-4ACC-448E-A404-1E624715FB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4284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NOTES_B-2: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3B865-4ACC-448E-A404-1E624715FB7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323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NOTES_B-3: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3B865-4ACC-448E-A404-1E624715FB7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33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NOTES_B-4: </a:t>
            </a:r>
            <a:r>
              <a:rPr lang="ko-KR" altLang="en-US"/>
              <a:t>원본과 결합 결과에서 이 노트가 같아야 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3B865-4ACC-448E-A404-1E624715FB7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017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8F01B2-568A-55EE-A4C6-9053F97B7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9D6CEA-57D3-CDCF-BBB6-71DC1F191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45EF83-6D1B-F96D-7F4A-EE5EA630C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C54B3A-9AD8-94E8-28AB-BE8C2BCD0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4E486F-C48E-BB98-1C17-86446F99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7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E674B-553C-F4D9-30D6-D53E33DA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FC9018-0251-C933-0264-07D599639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479EC7-F69E-885A-D5E6-F6E49EEB7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D7623C-4AE5-738B-5AB5-42207F112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D93F22-1439-2C77-6FA1-3D5A23A1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34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713D1-F918-5586-F5A6-0C01E8511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A59CBD-D69D-ABA0-361D-E6B616D5A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F24E81-E235-6408-23DE-76571080A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2F266A-A085-1525-5E7A-81A478B7E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4147A9-586B-76B5-B907-9306F5D2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659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24B7C-14AB-CD9E-A6A8-0AD8557A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797D26-E0A0-1055-B81C-A1625B66C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68B9D6-682E-EF78-010F-1E4758249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A4DC23-5BB4-CEB2-E9D5-93CEE6BDE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EBC71B-9D76-2BA6-04AD-C32ADE0FE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7B3ED9-12C6-CF35-1311-F0FF113C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850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C2897B-DC88-3167-C2EA-5CFF8C17B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5EAB3A-DBA1-3553-1C7A-4D6ABC057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105EF4-96DB-4850-21B5-B2A92C052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CCAE40-7F71-DFB4-11C2-4D068B077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094342-8A6E-453A-1E9B-31109DA5E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10A6ED-88C3-CEF1-E056-233DC7D12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F4F526-A14B-4599-13C4-6195A3C6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7D93874-6551-B4FE-1A29-2F2936B99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18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C4972-5635-F8EB-3E31-B2FC294A4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0A79A3-F977-5264-1C07-188670944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F7CAB2-745D-6B41-8607-5C5E3EE20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846439-21A8-B05B-7B22-2DB2AD92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30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_CUSTOM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8939FA-9AE8-D01B-E8AB-9FB38BE88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D9B2A7-56D6-7EA4-E92E-BB5EBBC3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EE30FC-D3FF-0307-9BAC-2BDC3250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104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8D09D4-6CD6-1AAE-4110-535898918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30490-A87D-495F-8C02-12BBFEA99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633100-1DF0-48F6-AA8C-27DF89B9D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6CC39B-6EF0-A36B-ED65-8EDC5DEAC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E653EE-8396-D11A-0100-178CA4BAC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419151-4B51-E85D-4CD9-B7BB06D1F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484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7C72A-5668-C6B8-262B-4469039CB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3CBFD2-3908-5F97-3C79-C0FD6D0CE14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7D05CC-8454-270F-4FBF-A75ABCF19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F57DBB-C211-6C54-E13D-02A63A19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D8CD5C-8D9C-6ED1-BD8C-5A0011164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A9EA40-7D86-04C0-7D5A-ECDC0D7A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5917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95540-FB2A-879E-4B3E-42E132AB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B0DE9F-FE0A-9BF3-32BC-ACFBF6729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AC8529-1021-F9E4-8354-26B375C6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344B28-B466-67E2-B72C-FB1D0DEC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300435-8F9B-9925-2E9E-1EAEBACA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6630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4096D7-E328-DE2C-5EF0-EFAC7DE0A7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25377C-A102-2584-AF9C-5F029E4A8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CB6581-F573-6E25-354F-DB6A1A759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2CD4CB-E2EC-47A1-3466-A1D8D5A8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CC67C1-3518-0EFF-CEA3-AFA473F20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49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_MASTER"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32E249B-08A6-16F1-A8ED-B8C189DF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154B27-8D64-318F-F4F9-6712007B1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D226E1-14A1-CBDC-6E85-282F176EBE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52D7E-E7B6-483A-AF0B-3D1B1F1EC88E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6CEE41-7556-2E1B-5AC2-3860E9941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0F4AF0-A790-C2CB-5CAC-60BBC51B3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1BBA8-3955-4D56-B763-CD69A304BB5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B_MASTER_BAND">
            <a:extLst>
              <a:ext uri="{FF2B5EF4-FFF2-40B4-BE49-F238E27FC236}">
                <a16:creationId xmlns:a16="http://schemas.microsoft.com/office/drawing/2014/main" id="{2D434A05-834B-90C1-37FD-BE0B565F559E}"/>
              </a:ext>
            </a:extLst>
          </p:cNvPr>
          <p:cNvSpPr/>
          <p:nvPr userDrawn="1"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347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219AAC53-47FC-8F17-BBC0-E87B2E0BB0B7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B-1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텍스트와 하이퍼링크</a:t>
            </a:r>
          </a:p>
        </p:txBody>
      </p:sp>
      <p:sp>
        <p:nvSpPr>
          <p:cNvPr id="3" name="mixed_text">
            <a:extLst>
              <a:ext uri="{FF2B5EF4-FFF2-40B4-BE49-F238E27FC236}">
                <a16:creationId xmlns:a16="http://schemas.microsoft.com/office/drawing/2014/main" id="{55CDCA4B-6532-C152-80B2-6E00EDDBEB8E}"/>
              </a:ext>
            </a:extLst>
          </p:cNvPr>
          <p:cNvSpPr txBox="1"/>
          <p:nvPr/>
        </p:nvSpPr>
        <p:spPr>
          <a:xfrm>
            <a:off x="889000" y="1968500"/>
            <a:ext cx="10287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>
                <a:solidFill>
                  <a:srgbClr val="1E293B"/>
                </a:solidFill>
                <a:latin typeface="맑은 고딕" panose="020B0503020000020004" pitchFamily="50" charset="-127"/>
              </a:rPr>
              <a:t>한글 글꼴 검증
</a:t>
            </a:r>
            <a:r>
              <a:rPr lang="en-US" altLang="ko-KR" sz="2800">
                <a:solidFill>
                  <a:srgbClr val="1E293B"/>
                </a:solidFill>
                <a:latin typeface="맑은 고딕" panose="020B0503020000020004" pitchFamily="50" charset="-127"/>
              </a:rPr>
              <a:t>English text 123
</a:t>
            </a:r>
            <a:r>
              <a:rPr lang="ko-KR" altLang="en-US" sz="2800">
                <a:solidFill>
                  <a:srgbClr val="1E293B"/>
                </a:solidFill>
                <a:latin typeface="맑은 고딕" panose="020B0503020000020004" pitchFamily="50" charset="-127"/>
              </a:rPr>
              <a:t>굵게와 색상</a:t>
            </a:r>
          </a:p>
        </p:txBody>
      </p:sp>
      <p:sp>
        <p:nvSpPr>
          <p:cNvPr id="4" name="external_hyperlink">
            <a:hlinkClick r:id="rId3"/>
            <a:extLst>
              <a:ext uri="{FF2B5EF4-FFF2-40B4-BE49-F238E27FC236}">
                <a16:creationId xmlns:a16="http://schemas.microsoft.com/office/drawing/2014/main" id="{13E7E842-07B8-4450-D431-257EA8E0286E}"/>
              </a:ext>
            </a:extLst>
          </p:cNvPr>
          <p:cNvSpPr txBox="1"/>
          <p:nvPr/>
        </p:nvSpPr>
        <p:spPr>
          <a:xfrm>
            <a:off x="889000" y="4445000"/>
            <a:ext cx="762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200">
                <a:solidFill>
                  <a:srgbClr val="1E293B"/>
                </a:solidFill>
                <a:latin typeface="맑은 고딕" panose="020B0503020000020004" pitchFamily="50" charset="-127"/>
              </a:rPr>
              <a:t>외부 하이퍼링크</a:t>
            </a:r>
          </a:p>
        </p:txBody>
      </p:sp>
    </p:spTree>
    <p:extLst>
      <p:ext uri="{BB962C8B-B14F-4D97-AF65-F5344CB8AC3E}">
        <p14:creationId xmlns:p14="http://schemas.microsoft.com/office/powerpoint/2010/main" val="3568320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DC85FD19-FA9C-29E1-6C28-843F428191F7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B-2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이미지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그룹 도형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표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애니메이션</a:t>
            </a:r>
          </a:p>
        </p:txBody>
      </p:sp>
      <p:pic>
        <p:nvPicPr>
          <p:cNvPr id="4" name="embedded_image">
            <a:extLst>
              <a:ext uri="{FF2B5EF4-FFF2-40B4-BE49-F238E27FC236}">
                <a16:creationId xmlns:a16="http://schemas.microsoft.com/office/drawing/2014/main" id="{6F7F1A98-2817-FCA5-0BC7-BE6A0DD47F7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841500"/>
            <a:ext cx="4064000" cy="2286000"/>
          </a:xfrm>
          <a:prstGeom prst="rect">
            <a:avLst/>
          </a:prstGeom>
        </p:spPr>
      </p:pic>
      <p:grpSp>
        <p:nvGrpSpPr>
          <p:cNvPr id="7" name="grouped_shapes">
            <a:extLst>
              <a:ext uri="{FF2B5EF4-FFF2-40B4-BE49-F238E27FC236}">
                <a16:creationId xmlns:a16="http://schemas.microsoft.com/office/drawing/2014/main" id="{4D62941D-DBE4-8D5A-F829-7E7A283F03E0}"/>
              </a:ext>
            </a:extLst>
          </p:cNvPr>
          <p:cNvGrpSpPr/>
          <p:nvPr/>
        </p:nvGrpSpPr>
        <p:grpSpPr>
          <a:xfrm>
            <a:off x="889000" y="4254500"/>
            <a:ext cx="3048000" cy="889000"/>
            <a:chOff x="889000" y="4254500"/>
            <a:chExt cx="3048000" cy="889000"/>
          </a:xfrm>
        </p:grpSpPr>
        <p:sp>
          <p:nvSpPr>
            <p:cNvPr id="5" name="group_rectangle">
              <a:extLst>
                <a:ext uri="{FF2B5EF4-FFF2-40B4-BE49-F238E27FC236}">
                  <a16:creationId xmlns:a16="http://schemas.microsoft.com/office/drawing/2014/main" id="{C460F171-0BF8-3E6E-6F31-166B07D196F0}"/>
                </a:ext>
              </a:extLst>
            </p:cNvPr>
            <p:cNvSpPr/>
            <p:nvPr/>
          </p:nvSpPr>
          <p:spPr>
            <a:xfrm>
              <a:off x="889000" y="4254500"/>
              <a:ext cx="1524000" cy="889000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group_ellipse">
              <a:extLst>
                <a:ext uri="{FF2B5EF4-FFF2-40B4-BE49-F238E27FC236}">
                  <a16:creationId xmlns:a16="http://schemas.microsoft.com/office/drawing/2014/main" id="{47910AF0-29F5-8CDB-D16B-9873CC49D697}"/>
                </a:ext>
              </a:extLst>
            </p:cNvPr>
            <p:cNvSpPr/>
            <p:nvPr/>
          </p:nvSpPr>
          <p:spPr>
            <a:xfrm>
              <a:off x="2794000" y="4254500"/>
              <a:ext cx="1143000" cy="889000"/>
            </a:xfrm>
            <a:prstGeom prst="ellipse">
              <a:avLst/>
            </a:prstGeom>
            <a:solidFill>
              <a:srgbClr val="F59E0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8" name="editable_table">
            <a:extLst>
              <a:ext uri="{FF2B5EF4-FFF2-40B4-BE49-F238E27FC236}">
                <a16:creationId xmlns:a16="http://schemas.microsoft.com/office/drawing/2014/main" id="{9F73899A-CD94-230A-D95E-0257811C32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081272"/>
              </p:ext>
            </p:extLst>
          </p:nvPr>
        </p:nvGraphicFramePr>
        <p:xfrm>
          <a:off x="5842000" y="1841500"/>
          <a:ext cx="5715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82740444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23827751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664074411"/>
                    </a:ext>
                  </a:extLst>
                </a:gridCol>
              </a:tblGrid>
              <a:tr h="677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135340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테스트 </a:t>
                      </a:r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A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2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120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54599"/>
                  </a:ext>
                </a:extLst>
              </a:tr>
              <a:tr h="677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>
                          <a:latin typeface="맑은 고딕" panose="020B0503020000020004" pitchFamily="50" charset="-127"/>
                        </a:rPr>
                        <a:t>테스트 </a:t>
                      </a:r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B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3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>
                          <a:latin typeface="맑은 고딕" panose="020B0503020000020004" pitchFamily="50" charset="-127"/>
                        </a:rPr>
                        <a:t>180</a:t>
                      </a:r>
                      <a:endParaRPr lang="ko-KR" altLang="en-US" sz="1800">
                        <a:latin typeface="맑은 고딕" panose="020B050302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93545"/>
                  </a:ext>
                </a:extLst>
              </a:tr>
            </a:tbl>
          </a:graphicData>
        </a:graphic>
      </p:graphicFrame>
      <p:sp>
        <p:nvSpPr>
          <p:cNvPr id="9" name="animation_instruction">
            <a:extLst>
              <a:ext uri="{FF2B5EF4-FFF2-40B4-BE49-F238E27FC236}">
                <a16:creationId xmlns:a16="http://schemas.microsoft.com/office/drawing/2014/main" id="{4FE9A10A-5D14-F6E4-E6EC-308E1E649760}"/>
              </a:ext>
            </a:extLst>
          </p:cNvPr>
          <p:cNvSpPr txBox="1"/>
          <p:nvPr/>
        </p:nvSpPr>
        <p:spPr>
          <a:xfrm>
            <a:off x="889000" y="57150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000">
                <a:solidFill>
                  <a:srgbClr val="1E293B"/>
                </a:solidFill>
                <a:latin typeface="맑은 고딕" panose="020B0503020000020004" pitchFamily="50" charset="-127"/>
              </a:rPr>
              <a:t>슬라이드 쇼에서 클릭하면 그룹 도형이 나타납니다</a:t>
            </a:r>
            <a:r>
              <a:rPr lang="en-US" altLang="ko-KR" sz="2000">
                <a:solidFill>
                  <a:srgbClr val="1E293B"/>
                </a:solidFill>
                <a:latin typeface="맑은 고딕" panose="020B0503020000020004" pitchFamily="50" charset="-127"/>
              </a:rPr>
              <a:t>.</a:t>
            </a:r>
            <a:endParaRPr lang="ko-KR" altLang="en-US" sz="2000">
              <a:solidFill>
                <a:srgbClr val="1E293B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3792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29E8A65C-FC10-B83E-9E1A-C099776122D5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B-3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편집 가능한 기본 차트</a:t>
            </a:r>
          </a:p>
        </p:txBody>
      </p:sp>
      <p:graphicFrame>
        <p:nvGraphicFramePr>
          <p:cNvPr id="3" name="native_column_chart">
            <a:extLst>
              <a:ext uri="{FF2B5EF4-FFF2-40B4-BE49-F238E27FC236}">
                <a16:creationId xmlns:a16="http://schemas.microsoft.com/office/drawing/2014/main" id="{D330A44A-81B9-4B3C-8959-7D02A9DBB2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2483248"/>
              </p:ext>
            </p:extLst>
          </p:nvPr>
        </p:nvGraphicFramePr>
        <p:xfrm>
          <a:off x="1143000" y="1778000"/>
          <a:ext cx="9906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52202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st_title">
            <a:extLst>
              <a:ext uri="{FF2B5EF4-FFF2-40B4-BE49-F238E27FC236}">
                <a16:creationId xmlns:a16="http://schemas.microsoft.com/office/drawing/2014/main" id="{A9907C91-D810-0C57-E24B-5E11BF1996A3}"/>
              </a:ext>
            </a:extLst>
          </p:cNvPr>
          <p:cNvSpPr txBox="1"/>
          <p:nvPr/>
        </p:nvSpPr>
        <p:spPr>
          <a:xfrm>
            <a:off x="533400" y="482600"/>
            <a:ext cx="1079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B-4 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소스 테마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마스터</a:t>
            </a:r>
            <a:r>
              <a:rPr lang="en-US" altLang="ko-KR" sz="3000">
                <a:solidFill>
                  <a:srgbClr val="1E293B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>
                <a:solidFill>
                  <a:srgbClr val="1E293B"/>
                </a:solidFill>
                <a:latin typeface="맑은 고딕" panose="020B0503020000020004" pitchFamily="50" charset="-127"/>
              </a:rPr>
              <a:t>레이아웃</a:t>
            </a:r>
          </a:p>
        </p:txBody>
      </p:sp>
      <p:sp>
        <p:nvSpPr>
          <p:cNvPr id="3" name="theme_accent_shape">
            <a:extLst>
              <a:ext uri="{FF2B5EF4-FFF2-40B4-BE49-F238E27FC236}">
                <a16:creationId xmlns:a16="http://schemas.microsoft.com/office/drawing/2014/main" id="{37ED7FBA-F287-86C8-A8DE-FC3EB9E6A0DD}"/>
              </a:ext>
            </a:extLst>
          </p:cNvPr>
          <p:cNvSpPr/>
          <p:nvPr/>
        </p:nvSpPr>
        <p:spPr>
          <a:xfrm>
            <a:off x="1143000" y="2159000"/>
            <a:ext cx="4318000" cy="2286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heme_description">
            <a:extLst>
              <a:ext uri="{FF2B5EF4-FFF2-40B4-BE49-F238E27FC236}">
                <a16:creationId xmlns:a16="http://schemas.microsoft.com/office/drawing/2014/main" id="{982DC146-5EBB-10D7-CE44-4BF7F6E1A90C}"/>
              </a:ext>
            </a:extLst>
          </p:cNvPr>
          <p:cNvSpPr txBox="1"/>
          <p:nvPr/>
        </p:nvSpPr>
        <p:spPr>
          <a:xfrm>
            <a:off x="6096000" y="2349500"/>
            <a:ext cx="5080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2400">
                <a:solidFill>
                  <a:srgbClr val="1E293B"/>
                </a:solidFill>
                <a:latin typeface="맑은 고딕" panose="020B0503020000020004" pitchFamily="50" charset="-127"/>
              </a:rPr>
              <a:t>B </a:t>
            </a:r>
            <a:r>
              <a:rPr lang="ko-KR" altLang="en-US" sz="2400">
                <a:solidFill>
                  <a:srgbClr val="1E293B"/>
                </a:solidFill>
                <a:latin typeface="맑은 고딕" panose="020B0503020000020004" pitchFamily="50" charset="-127"/>
              </a:rPr>
              <a:t>테마 강조색과 배경
마스터에 포함된 하단 띠</a:t>
            </a:r>
          </a:p>
        </p:txBody>
      </p:sp>
    </p:spTree>
    <p:extLst>
      <p:ext uri="{BB962C8B-B14F-4D97-AF65-F5344CB8AC3E}">
        <p14:creationId xmlns:p14="http://schemas.microsoft.com/office/powerpoint/2010/main" val="851019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059669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Office PowerPoint</Application>
  <PresentationFormat>사용자 지정</PresentationFormat>
  <Paragraphs>26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taehyun an</dc:creator>
  <cp:lastModifiedBy>taehyun an</cp:lastModifiedBy>
  <cp:revision>1</cp:revision>
  <dcterms:created xsi:type="dcterms:W3CDTF">2026-10-07T06:36:19Z</dcterms:created>
  <dcterms:modified xsi:type="dcterms:W3CDTF">2026-10-07T06:36:22Z</dcterms:modified>
</cp:coreProperties>
</file>
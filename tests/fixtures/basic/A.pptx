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3" d="100"/>
          <a:sy n="23" d="100"/>
        </p:scale>
        <p:origin x="78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ko-KR"/>
              <a:t>검증용 가상 데이터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샘플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9A-4EB5-A90A-BD0FD4C813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8231855"/>
        <c:axId val="1480307695"/>
      </c:barChart>
      <c:catAx>
        <c:axId val="14082318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80307695"/>
        <c:crosses val="autoZero"/>
        <c:auto val="1"/>
        <c:lblAlgn val="ctr"/>
        <c:lblOffset val="100"/>
        <c:noMultiLvlLbl val="0"/>
      </c:catAx>
      <c:valAx>
        <c:axId val="1480307695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08231855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>
          <a:latin typeface="맑은 고딕" panose="020B0503020000020004" pitchFamily="50" charset="-127"/>
        </a:defRPr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7D29B-66A6-4D7A-8CD3-5AD1A8E409A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85D7C-A1F3-4C3D-A467-C04EDE913A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408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NOTES_A-1: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5D7C-A1F3-4C3D-A467-C04EDE913A0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50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NOTES_A-2: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5D7C-A1F3-4C3D-A467-C04EDE913A0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186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NOTES_A-3: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5D7C-A1F3-4C3D-A467-C04EDE913A0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834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NOTES_A-4: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5D7C-A1F3-4C3D-A467-C04EDE913A0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56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1CB35-2E67-736E-BE36-836F88391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FDCC74-1038-192F-505B-2EA5FE8D0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615580-0BAC-84D4-0E67-9C710EF20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7D06C5-A277-B29C-E4EB-5B9C3020E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1CAE97-F20B-1D8D-568E-1F0D8EF3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99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EAF19-AB10-1CFD-97F1-B2E283FA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83B71C-064B-38BC-E20B-7B6443D2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85C9B-5EC6-B241-3516-059B6716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65F178-94CE-74CD-118F-E53A3CC7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51DDC3-D973-E241-6369-9CA2E52D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45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F10AC1-9A96-1EB3-D79B-87BD4BD16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3A4F3A-58D3-F8F6-9E8E-9816AA1C7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ED3D9-9B62-D715-C488-E75FDE1A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76888D-6B06-E630-BC79-7328C0F7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0EF005-4A4E-D3D0-906A-30CF329A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575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7E5FA-D364-4A36-DC33-F314B88A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6A09D6-4C74-24A3-CABF-DC0F38B84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5C75C4-6AC1-4F8B-C963-863E7BE36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2D948A-E4F9-2451-7E6D-2205097E3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327A49-02EC-F11D-72D9-4A2DE8F1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BA2298-82A5-56B3-BC46-89AA3B39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647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0ADC71-39E8-54DD-FE76-7B1D323F9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8A9979-F9F1-9150-7649-4C1301BE1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409B40-8DE9-702F-27FD-D1D168E69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92E849-3501-B37C-6B6D-3D7B7B8E3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9F2B9C-65DD-5E5B-5F98-848E1AE49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DBC31D-24D0-F915-4077-02596DB09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9AA797-4204-E573-88BB-4B73DEFD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F6450D-C3FF-6D18-37DB-5A953F74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66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5AB13-6FE5-BB8A-B90F-8AE54D99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A0FFF9-9560-950F-61D8-D7F3D8C7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354BEC-3B71-8CB0-6257-D388B698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A0688F-960A-ACAE-D78E-1B253F24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_CUSTOM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51AF75-620C-945F-B199-37029156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CF9FE0-A5CD-D389-39A4-9F5146771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1176AD-A5B5-71AB-DC6E-E582CB34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67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8EFFD-6A81-D1F8-1FC4-0DE363F9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D2735A-9F50-1AB7-D170-D8200EEFB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47B7D7-FEBA-C9C3-A5DC-5B80F5EE0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336B5C-9D76-607B-A869-F30309D0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C2DE6D-36AC-49E6-4B52-64F4FC42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01CB01-30EB-205B-58A2-E8ABA26E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88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1B95D-D266-B4B7-554C-4B3E1DD73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605605-3655-80AC-2A47-A720D3FAC71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8EB7B-E8D1-98A6-C4A0-5D261B6AD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81E922-F6D0-8C71-BC8C-5DB39C2C8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8BB35D-91FC-0E0B-FC08-40FAE8A9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DC69D7-4AFB-FB21-7EE2-203F9F23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679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02E1A-545D-F8B7-9B43-6BFF0E95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980371-F78B-D7B4-AC06-5A9D03F0E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4B48D3-89AC-84F4-9837-1F188289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BEC61C-EF96-6133-3112-BB2CFB968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F6A9C-1841-903F-C06D-6B1A87AB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832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9FD51B-735D-6409-B9C2-EFB07DA44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C82C69-9D5A-428F-AC0C-78C075D68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57B214-7EAF-BAE3-832A-DF635D4E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980AF4-7834-B64F-715C-BAE49B2F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CF22B1-AD04-00C7-567D-FC01BF223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60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_MASTER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5D6C9A-529E-3475-06D6-F501400ED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CC94D-487F-8181-8B39-A66764C95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1AAD90-3161-ACE2-933E-42FA70A7C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14748-9BC7-4BED-89D6-B9CA88DACCC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A700F5-8600-EC71-FB1D-5743E3641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A091B7-BF6E-0B21-7286-9DAA5169D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E95A6-E6A5-4379-8F37-8D9F80B667E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A_MASTER_BAND">
            <a:extLst>
              <a:ext uri="{FF2B5EF4-FFF2-40B4-BE49-F238E27FC236}">
                <a16:creationId xmlns:a16="http://schemas.microsoft.com/office/drawing/2014/main" id="{8FFDE099-29CF-0E68-5BA1-5A81E2D6B448}"/>
              </a:ext>
            </a:extLst>
          </p:cNvPr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77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8BB0694C-6EC3-20FE-FB06-1845E7E6BFD1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A-1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텍스트와 하이퍼링크</a:t>
            </a:r>
          </a:p>
        </p:txBody>
      </p:sp>
      <p:sp>
        <p:nvSpPr>
          <p:cNvPr id="3" name="mixed_text">
            <a:extLst>
              <a:ext uri="{FF2B5EF4-FFF2-40B4-BE49-F238E27FC236}">
                <a16:creationId xmlns:a16="http://schemas.microsoft.com/office/drawing/2014/main" id="{2945EB7E-CB35-EA81-340F-710A7B9041B9}"/>
              </a:ext>
            </a:extLst>
          </p:cNvPr>
          <p:cNvSpPr txBox="1"/>
          <p:nvPr/>
        </p:nvSpPr>
        <p:spPr>
          <a:xfrm>
            <a:off x="889000" y="1968500"/>
            <a:ext cx="10287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>
                <a:solidFill>
                  <a:srgbClr val="1E293B"/>
                </a:solidFill>
                <a:latin typeface="맑은 고딕" panose="020B0503020000020004" pitchFamily="50" charset="-127"/>
              </a:rPr>
              <a:t>한글 글꼴 검증
</a:t>
            </a:r>
            <a:r>
              <a:rPr lang="en-US" altLang="ko-KR" sz="2800">
                <a:solidFill>
                  <a:srgbClr val="1E293B"/>
                </a:solidFill>
                <a:latin typeface="맑은 고딕" panose="020B0503020000020004" pitchFamily="50" charset="-127"/>
              </a:rPr>
              <a:t>English text 123
</a:t>
            </a:r>
            <a:r>
              <a:rPr lang="ko-KR" altLang="en-US" sz="2800">
                <a:solidFill>
                  <a:srgbClr val="1E293B"/>
                </a:solidFill>
                <a:latin typeface="맑은 고딕" panose="020B0503020000020004" pitchFamily="50" charset="-127"/>
              </a:rPr>
              <a:t>굵게와 색상</a:t>
            </a:r>
          </a:p>
        </p:txBody>
      </p:sp>
      <p:sp>
        <p:nvSpPr>
          <p:cNvPr id="4" name="external_hyperlink">
            <a:hlinkClick r:id="rId3"/>
            <a:extLst>
              <a:ext uri="{FF2B5EF4-FFF2-40B4-BE49-F238E27FC236}">
                <a16:creationId xmlns:a16="http://schemas.microsoft.com/office/drawing/2014/main" id="{CD34E9E9-44E1-646D-1C84-E687F7D9B30E}"/>
              </a:ext>
            </a:extLst>
          </p:cNvPr>
          <p:cNvSpPr txBox="1"/>
          <p:nvPr/>
        </p:nvSpPr>
        <p:spPr>
          <a:xfrm>
            <a:off x="889000" y="4445000"/>
            <a:ext cx="762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200">
                <a:solidFill>
                  <a:srgbClr val="1E293B"/>
                </a:solidFill>
                <a:latin typeface="맑은 고딕" panose="020B0503020000020004" pitchFamily="50" charset="-127"/>
              </a:rPr>
              <a:t>외부 하이퍼링크</a:t>
            </a:r>
          </a:p>
        </p:txBody>
      </p:sp>
    </p:spTree>
    <p:extLst>
      <p:ext uri="{BB962C8B-B14F-4D97-AF65-F5344CB8AC3E}">
        <p14:creationId xmlns:p14="http://schemas.microsoft.com/office/powerpoint/2010/main" val="3906730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5EF06E20-33CE-16BC-7D04-074DAF3657BA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A-2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그룹 도형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표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애니메이션</a:t>
            </a:r>
          </a:p>
        </p:txBody>
      </p:sp>
      <p:pic>
        <p:nvPicPr>
          <p:cNvPr id="4" name="embedded_image">
            <a:extLst>
              <a:ext uri="{FF2B5EF4-FFF2-40B4-BE49-F238E27FC236}">
                <a16:creationId xmlns:a16="http://schemas.microsoft.com/office/drawing/2014/main" id="{B488C9D7-DA76-F83D-17FB-AB8685979BD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841500"/>
            <a:ext cx="4064000" cy="2286000"/>
          </a:xfrm>
          <a:prstGeom prst="rect">
            <a:avLst/>
          </a:prstGeom>
        </p:spPr>
      </p:pic>
      <p:grpSp>
        <p:nvGrpSpPr>
          <p:cNvPr id="7" name="grouped_shapes">
            <a:extLst>
              <a:ext uri="{FF2B5EF4-FFF2-40B4-BE49-F238E27FC236}">
                <a16:creationId xmlns:a16="http://schemas.microsoft.com/office/drawing/2014/main" id="{551597BD-9BB4-F3B0-76A6-5738EAD5B714}"/>
              </a:ext>
            </a:extLst>
          </p:cNvPr>
          <p:cNvGrpSpPr/>
          <p:nvPr/>
        </p:nvGrpSpPr>
        <p:grpSpPr>
          <a:xfrm>
            <a:off x="889000" y="4254500"/>
            <a:ext cx="3048000" cy="889000"/>
            <a:chOff x="889000" y="4254500"/>
            <a:chExt cx="3048000" cy="889000"/>
          </a:xfrm>
        </p:grpSpPr>
        <p:sp>
          <p:nvSpPr>
            <p:cNvPr id="5" name="group_rectangle">
              <a:extLst>
                <a:ext uri="{FF2B5EF4-FFF2-40B4-BE49-F238E27FC236}">
                  <a16:creationId xmlns:a16="http://schemas.microsoft.com/office/drawing/2014/main" id="{C3C2961C-5C99-1BD6-4A79-64B0E56B8718}"/>
                </a:ext>
              </a:extLst>
            </p:cNvPr>
            <p:cNvSpPr/>
            <p:nvPr/>
          </p:nvSpPr>
          <p:spPr>
            <a:xfrm>
              <a:off x="889000" y="4254500"/>
              <a:ext cx="1524000" cy="8890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group_ellipse">
              <a:extLst>
                <a:ext uri="{FF2B5EF4-FFF2-40B4-BE49-F238E27FC236}">
                  <a16:creationId xmlns:a16="http://schemas.microsoft.com/office/drawing/2014/main" id="{F326C06E-D025-E5FF-7050-39CC2AF20194}"/>
                </a:ext>
              </a:extLst>
            </p:cNvPr>
            <p:cNvSpPr/>
            <p:nvPr/>
          </p:nvSpPr>
          <p:spPr>
            <a:xfrm>
              <a:off x="2794000" y="4254500"/>
              <a:ext cx="1143000" cy="889000"/>
            </a:xfrm>
            <a:prstGeom prst="ellipse">
              <a:avLst/>
            </a:prstGeom>
            <a:solidFill>
              <a:srgbClr val="F59E0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8" name="editable_table">
            <a:extLst>
              <a:ext uri="{FF2B5EF4-FFF2-40B4-BE49-F238E27FC236}">
                <a16:creationId xmlns:a16="http://schemas.microsoft.com/office/drawing/2014/main" id="{B0769744-025B-3ABA-0BA0-97DAF97D7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834274"/>
              </p:ext>
            </p:extLst>
          </p:nvPr>
        </p:nvGraphicFramePr>
        <p:xfrm>
          <a:off x="5842000" y="1841500"/>
          <a:ext cx="5715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409612175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53206584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726598903"/>
                    </a:ext>
                  </a:extLst>
                </a:gridCol>
              </a:tblGrid>
              <a:tr h="677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latin typeface="맑은 고딕" panose="020B0503020000020004" pitchFamily="50" charset="-127"/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latin typeface="맑은 고딕" panose="020B0503020000020004" pitchFamily="50" charset="-127"/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latin typeface="맑은 고딕" panose="020B0503020000020004" pitchFamily="50" charset="-127"/>
                        </a:rPr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829804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latin typeface="맑은 고딕" panose="020B0503020000020004" pitchFamily="50" charset="-127"/>
                        </a:rPr>
                        <a:t>테스트 </a:t>
                      </a:r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A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2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120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013621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latin typeface="맑은 고딕" panose="020B0503020000020004" pitchFamily="50" charset="-127"/>
                        </a:rPr>
                        <a:t>테스트 </a:t>
                      </a:r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B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3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180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572671"/>
                  </a:ext>
                </a:extLst>
              </a:tr>
            </a:tbl>
          </a:graphicData>
        </a:graphic>
      </p:graphicFrame>
      <p:sp>
        <p:nvSpPr>
          <p:cNvPr id="9" name="animation_instruction">
            <a:extLst>
              <a:ext uri="{FF2B5EF4-FFF2-40B4-BE49-F238E27FC236}">
                <a16:creationId xmlns:a16="http://schemas.microsoft.com/office/drawing/2014/main" id="{2E069452-EF93-ACC3-939E-7018C329E70E}"/>
              </a:ext>
            </a:extLst>
          </p:cNvPr>
          <p:cNvSpPr txBox="1"/>
          <p:nvPr/>
        </p:nvSpPr>
        <p:spPr>
          <a:xfrm>
            <a:off x="889000" y="5715000"/>
            <a:ext cx="1041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000">
                <a:solidFill>
                  <a:srgbClr val="1E293B"/>
                </a:solidFill>
                <a:latin typeface="맑은 고딕" panose="020B0503020000020004" pitchFamily="50" charset="-127"/>
              </a:rPr>
              <a:t>슬라이드 쇼에서 클릭하면 그룹 도형이 나타납니다</a:t>
            </a:r>
            <a:r>
              <a:rPr lang="en-US" altLang="ko-KR" sz="2000">
                <a:solidFill>
                  <a:srgbClr val="1E293B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1E293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81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A58D23CB-841E-3C3A-562B-5BE2A52CD22D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A-3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편집 가능한 기본 차트</a:t>
            </a:r>
          </a:p>
        </p:txBody>
      </p:sp>
      <p:graphicFrame>
        <p:nvGraphicFramePr>
          <p:cNvPr id="3" name="native_column_chart">
            <a:extLst>
              <a:ext uri="{FF2B5EF4-FFF2-40B4-BE49-F238E27FC236}">
                <a16:creationId xmlns:a16="http://schemas.microsoft.com/office/drawing/2014/main" id="{E9BDF06B-C802-B422-6C55-F3801B5B8F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0539299"/>
              </p:ext>
            </p:extLst>
          </p:nvPr>
        </p:nvGraphicFramePr>
        <p:xfrm>
          <a:off x="1143000" y="1778000"/>
          <a:ext cx="9906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4004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89260ADD-E3B4-D718-8A7E-5295001304A1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A-4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소스 테마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마스터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레이아웃</a:t>
            </a:r>
          </a:p>
        </p:txBody>
      </p:sp>
      <p:sp>
        <p:nvSpPr>
          <p:cNvPr id="3" name="theme_accent_shape">
            <a:extLst>
              <a:ext uri="{FF2B5EF4-FFF2-40B4-BE49-F238E27FC236}">
                <a16:creationId xmlns:a16="http://schemas.microsoft.com/office/drawing/2014/main" id="{8A4420AC-CEBD-5EC2-254D-97ACAA87D0D3}"/>
              </a:ext>
            </a:extLst>
          </p:cNvPr>
          <p:cNvSpPr/>
          <p:nvPr/>
        </p:nvSpPr>
        <p:spPr>
          <a:xfrm>
            <a:off x="1143000" y="2159000"/>
            <a:ext cx="4318000" cy="2286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heme_description">
            <a:extLst>
              <a:ext uri="{FF2B5EF4-FFF2-40B4-BE49-F238E27FC236}">
                <a16:creationId xmlns:a16="http://schemas.microsoft.com/office/drawing/2014/main" id="{37B0A910-F2FE-3316-7CD6-54F58EB1BF78}"/>
              </a:ext>
            </a:extLst>
          </p:cNvPr>
          <p:cNvSpPr txBox="1"/>
          <p:nvPr/>
        </p:nvSpPr>
        <p:spPr>
          <a:xfrm>
            <a:off x="6096000" y="2349500"/>
            <a:ext cx="508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>
                <a:solidFill>
                  <a:srgbClr val="1E293B"/>
                </a:solidFill>
                <a:latin typeface="맑은 고딕" panose="020B0503020000020004" pitchFamily="50" charset="-127"/>
              </a:rPr>
              <a:t>A </a:t>
            </a:r>
            <a:r>
              <a:rPr lang="ko-KR" altLang="en-US" sz="2400">
                <a:solidFill>
                  <a:srgbClr val="1E293B"/>
                </a:solidFill>
                <a:latin typeface="맑은 고딕" panose="020B0503020000020004" pitchFamily="50" charset="-127"/>
              </a:rPr>
              <a:t>테마 강조색과 배경
마스터에 포함된 하단 띠</a:t>
            </a:r>
          </a:p>
        </p:txBody>
      </p:sp>
    </p:spTree>
    <p:extLst>
      <p:ext uri="{BB962C8B-B14F-4D97-AF65-F5344CB8AC3E}">
        <p14:creationId xmlns:p14="http://schemas.microsoft.com/office/powerpoint/2010/main" val="1310472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2563EB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사용자 지정</PresentationFormat>
  <Paragraphs>26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taehyun an</dc:creator>
  <cp:lastModifiedBy>taehyun an</cp:lastModifiedBy>
  <cp:revision>1</cp:revision>
  <dcterms:created xsi:type="dcterms:W3CDTF">2026-10-07T06:36:15Z</dcterms:created>
  <dcterms:modified xsi:type="dcterms:W3CDTF">2026-10-07T06:36:19Z</dcterms:modified>
</cp:coreProperties>
</file>
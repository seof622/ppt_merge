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wav" ContentType="audio/x-wav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6" d="100"/>
          <a:sy n="26" d="100"/>
        </p:scale>
        <p:origin x="70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F53F465-F0A6-4D86-88CA-869015276F9B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75E11E23-3742-4FEB-90CB-EDAAE254DC98}">
      <dgm:prSet phldrT="[텍스트]" custT="1"/>
      <dgm:spPr/>
      <dgm:t>
        <a:bodyPr/>
        <a:lstStyle/>
        <a:p>
          <a:pPr latinLnBrk="1"/>
          <a:r>
            <a:rPr lang="ko-KR" altLang="en-US" sz="2400">
              <a:latin typeface="맑은 고딕" panose="020B0503020000020004" pitchFamily="50" charset="-127"/>
            </a:rPr>
            <a:t>단계 </a:t>
          </a:r>
          <a:r>
            <a:rPr lang="en-US" altLang="ko-KR" sz="2400">
              <a:latin typeface="맑은 고딕" panose="020B0503020000020004" pitchFamily="50" charset="-127"/>
            </a:rPr>
            <a:t>1</a:t>
          </a:r>
          <a:endParaRPr lang="ko-KR" altLang="en-US" sz="2400">
            <a:latin typeface="맑은 고딕" panose="020B0503020000020004" pitchFamily="50" charset="-127"/>
          </a:endParaRPr>
        </a:p>
      </dgm:t>
    </dgm:pt>
    <dgm:pt modelId="{C4FF4F4D-0D2E-49D4-9264-CB119030C90A}" type="parTrans" cxnId="{D8BD1F9F-1418-4154-8466-2AC80E0A5894}">
      <dgm:prSet/>
      <dgm:spPr/>
    </dgm:pt>
    <dgm:pt modelId="{155AB4F8-7AB9-419D-8DB4-CFAEE4656F6D}" type="sibTrans" cxnId="{D8BD1F9F-1418-4154-8466-2AC80E0A5894}">
      <dgm:prSet/>
      <dgm:spPr/>
      <dgm:t>
        <a:bodyPr/>
        <a:lstStyle/>
        <a:p>
          <a:pPr latinLnBrk="1"/>
          <a:endParaRPr lang="ko-KR" altLang="en-US"/>
        </a:p>
      </dgm:t>
    </dgm:pt>
    <dgm:pt modelId="{B820D3C0-4E34-4211-B4FC-95757F03CD5E}">
      <dgm:prSet phldrT="[텍스트]" custT="1"/>
      <dgm:spPr/>
      <dgm:t>
        <a:bodyPr/>
        <a:lstStyle/>
        <a:p>
          <a:pPr latinLnBrk="1"/>
          <a:r>
            <a:rPr lang="ko-KR" altLang="en-US" sz="2400">
              <a:latin typeface="맑은 고딕" panose="020B0503020000020004" pitchFamily="50" charset="-127"/>
            </a:rPr>
            <a:t>단계 </a:t>
          </a:r>
          <a:r>
            <a:rPr lang="en-US" altLang="ko-KR" sz="2400">
              <a:latin typeface="맑은 고딕" panose="020B0503020000020004" pitchFamily="50" charset="-127"/>
            </a:rPr>
            <a:t>2</a:t>
          </a:r>
          <a:endParaRPr lang="ko-KR" altLang="en-US" sz="2400">
            <a:latin typeface="맑은 고딕" panose="020B0503020000020004" pitchFamily="50" charset="-127"/>
          </a:endParaRPr>
        </a:p>
      </dgm:t>
    </dgm:pt>
    <dgm:pt modelId="{E805494B-C7F8-42F1-AEE3-65AD0ED4D502}" type="parTrans" cxnId="{4FE13174-4E07-4788-BC80-9DCE5973B960}">
      <dgm:prSet/>
      <dgm:spPr/>
    </dgm:pt>
    <dgm:pt modelId="{C6215E0E-8DD5-47C1-9F8F-F0501093DA1E}" type="sibTrans" cxnId="{4FE13174-4E07-4788-BC80-9DCE5973B960}">
      <dgm:prSet/>
      <dgm:spPr/>
      <dgm:t>
        <a:bodyPr/>
        <a:lstStyle/>
        <a:p>
          <a:pPr latinLnBrk="1"/>
          <a:endParaRPr lang="ko-KR" altLang="en-US"/>
        </a:p>
      </dgm:t>
    </dgm:pt>
    <dgm:pt modelId="{8107386D-B87F-4E34-A4F6-06E3250C7730}">
      <dgm:prSet phldrT="[텍스트]" custT="1"/>
      <dgm:spPr/>
      <dgm:t>
        <a:bodyPr/>
        <a:lstStyle/>
        <a:p>
          <a:pPr latinLnBrk="1"/>
          <a:r>
            <a:rPr lang="ko-KR" altLang="en-US" sz="2400">
              <a:latin typeface="맑은 고딕" panose="020B0503020000020004" pitchFamily="50" charset="-127"/>
            </a:rPr>
            <a:t>단계 </a:t>
          </a:r>
          <a:r>
            <a:rPr lang="en-US" altLang="ko-KR" sz="2400">
              <a:latin typeface="맑은 고딕" panose="020B0503020000020004" pitchFamily="50" charset="-127"/>
            </a:rPr>
            <a:t>3</a:t>
          </a:r>
          <a:endParaRPr lang="ko-KR" altLang="en-US" sz="2400">
            <a:latin typeface="맑은 고딕" panose="020B0503020000020004" pitchFamily="50" charset="-127"/>
          </a:endParaRPr>
        </a:p>
      </dgm:t>
    </dgm:pt>
    <dgm:pt modelId="{E791108A-FB42-419B-A60D-78DD0997C34D}" type="parTrans" cxnId="{AF15B74C-724F-4FE6-8AF2-E3D0409DF080}">
      <dgm:prSet/>
      <dgm:spPr/>
    </dgm:pt>
    <dgm:pt modelId="{2D7E0EB6-A2F2-4A5D-9E89-9D9BD56AECE6}" type="sibTrans" cxnId="{AF15B74C-724F-4FE6-8AF2-E3D0409DF080}">
      <dgm:prSet/>
      <dgm:spPr/>
    </dgm:pt>
    <dgm:pt modelId="{41155954-CD58-4703-A28E-1F18D8E6AA0A}" type="pres">
      <dgm:prSet presAssocID="{BF53F465-F0A6-4D86-88CA-869015276F9B}" presName="Name0" presStyleCnt="0">
        <dgm:presLayoutVars>
          <dgm:dir/>
          <dgm:resizeHandles val="exact"/>
        </dgm:presLayoutVars>
      </dgm:prSet>
      <dgm:spPr/>
    </dgm:pt>
    <dgm:pt modelId="{E2DD6ADA-6DBE-40F1-8B21-C32D9F1A4307}" type="pres">
      <dgm:prSet presAssocID="{75E11E23-3742-4FEB-90CB-EDAAE254DC98}" presName="node" presStyleLbl="node1" presStyleIdx="0" presStyleCnt="3">
        <dgm:presLayoutVars>
          <dgm:bulletEnabled val="1"/>
        </dgm:presLayoutVars>
      </dgm:prSet>
      <dgm:spPr/>
    </dgm:pt>
    <dgm:pt modelId="{6C8681A4-633C-45EB-BA27-5E59C349E756}" type="pres">
      <dgm:prSet presAssocID="{155AB4F8-7AB9-419D-8DB4-CFAEE4656F6D}" presName="sibTrans" presStyleLbl="sibTrans2D1" presStyleIdx="0" presStyleCnt="2"/>
      <dgm:spPr/>
    </dgm:pt>
    <dgm:pt modelId="{4446DCDC-B880-4B03-A157-4691FEEB734C}" type="pres">
      <dgm:prSet presAssocID="{155AB4F8-7AB9-419D-8DB4-CFAEE4656F6D}" presName="connectorText" presStyleLbl="sibTrans2D1" presStyleIdx="0" presStyleCnt="2"/>
      <dgm:spPr/>
    </dgm:pt>
    <dgm:pt modelId="{FB85B66C-0A35-4220-8E9B-04A198B8638F}" type="pres">
      <dgm:prSet presAssocID="{B820D3C0-4E34-4211-B4FC-95757F03CD5E}" presName="node" presStyleLbl="node1" presStyleIdx="1" presStyleCnt="3">
        <dgm:presLayoutVars>
          <dgm:bulletEnabled val="1"/>
        </dgm:presLayoutVars>
      </dgm:prSet>
      <dgm:spPr/>
    </dgm:pt>
    <dgm:pt modelId="{72C53C55-66E6-417E-B45B-094D212819C5}" type="pres">
      <dgm:prSet presAssocID="{C6215E0E-8DD5-47C1-9F8F-F0501093DA1E}" presName="sibTrans" presStyleLbl="sibTrans2D1" presStyleIdx="1" presStyleCnt="2"/>
      <dgm:spPr/>
    </dgm:pt>
    <dgm:pt modelId="{DE1C69AA-96AB-46FD-A593-C4B360375F36}" type="pres">
      <dgm:prSet presAssocID="{C6215E0E-8DD5-47C1-9F8F-F0501093DA1E}" presName="connectorText" presStyleLbl="sibTrans2D1" presStyleIdx="1" presStyleCnt="2"/>
      <dgm:spPr/>
    </dgm:pt>
    <dgm:pt modelId="{72ECF853-03B5-4A7D-B646-4BEF1A9C3DE3}" type="pres">
      <dgm:prSet presAssocID="{8107386D-B87F-4E34-A4F6-06E3250C7730}" presName="node" presStyleLbl="node1" presStyleIdx="2" presStyleCnt="3">
        <dgm:presLayoutVars>
          <dgm:bulletEnabled val="1"/>
        </dgm:presLayoutVars>
      </dgm:prSet>
      <dgm:spPr/>
    </dgm:pt>
  </dgm:ptLst>
  <dgm:cxnLst>
    <dgm:cxn modelId="{F2D19213-D5B6-4426-9705-964DE3B530CF}" type="presOf" srcId="{155AB4F8-7AB9-419D-8DB4-CFAEE4656F6D}" destId="{4446DCDC-B880-4B03-A157-4691FEEB734C}" srcOrd="1" destOrd="0" presId="urn:microsoft.com/office/officeart/2005/8/layout/process1"/>
    <dgm:cxn modelId="{CF7D7E16-1EBC-479A-BCC2-FECCDAF72892}" type="presOf" srcId="{75E11E23-3742-4FEB-90CB-EDAAE254DC98}" destId="{E2DD6ADA-6DBE-40F1-8B21-C32D9F1A4307}" srcOrd="0" destOrd="0" presId="urn:microsoft.com/office/officeart/2005/8/layout/process1"/>
    <dgm:cxn modelId="{AF15B74C-724F-4FE6-8AF2-E3D0409DF080}" srcId="{BF53F465-F0A6-4D86-88CA-869015276F9B}" destId="{8107386D-B87F-4E34-A4F6-06E3250C7730}" srcOrd="2" destOrd="0" parTransId="{E791108A-FB42-419B-A60D-78DD0997C34D}" sibTransId="{2D7E0EB6-A2F2-4A5D-9E89-9D9BD56AECE6}"/>
    <dgm:cxn modelId="{69BD5D4D-D724-4753-8DBF-6C9D538DBC6F}" type="presOf" srcId="{155AB4F8-7AB9-419D-8DB4-CFAEE4656F6D}" destId="{6C8681A4-633C-45EB-BA27-5E59C349E756}" srcOrd="0" destOrd="0" presId="urn:microsoft.com/office/officeart/2005/8/layout/process1"/>
    <dgm:cxn modelId="{274DA550-27F2-4826-9A4D-FF3D9F1E8293}" type="presOf" srcId="{B820D3C0-4E34-4211-B4FC-95757F03CD5E}" destId="{FB85B66C-0A35-4220-8E9B-04A198B8638F}" srcOrd="0" destOrd="0" presId="urn:microsoft.com/office/officeart/2005/8/layout/process1"/>
    <dgm:cxn modelId="{4FE13174-4E07-4788-BC80-9DCE5973B960}" srcId="{BF53F465-F0A6-4D86-88CA-869015276F9B}" destId="{B820D3C0-4E34-4211-B4FC-95757F03CD5E}" srcOrd="1" destOrd="0" parTransId="{E805494B-C7F8-42F1-AEE3-65AD0ED4D502}" sibTransId="{C6215E0E-8DD5-47C1-9F8F-F0501093DA1E}"/>
    <dgm:cxn modelId="{46CD1175-54FB-45D1-B9DE-689A2F1A67C6}" type="presOf" srcId="{C6215E0E-8DD5-47C1-9F8F-F0501093DA1E}" destId="{72C53C55-66E6-417E-B45B-094D212819C5}" srcOrd="0" destOrd="0" presId="urn:microsoft.com/office/officeart/2005/8/layout/process1"/>
    <dgm:cxn modelId="{B3DB3997-ECCA-4753-BC7D-9E9BAAD2DE1B}" type="presOf" srcId="{BF53F465-F0A6-4D86-88CA-869015276F9B}" destId="{41155954-CD58-4703-A28E-1F18D8E6AA0A}" srcOrd="0" destOrd="0" presId="urn:microsoft.com/office/officeart/2005/8/layout/process1"/>
    <dgm:cxn modelId="{D8BD1F9F-1418-4154-8466-2AC80E0A5894}" srcId="{BF53F465-F0A6-4D86-88CA-869015276F9B}" destId="{75E11E23-3742-4FEB-90CB-EDAAE254DC98}" srcOrd="0" destOrd="0" parTransId="{C4FF4F4D-0D2E-49D4-9264-CB119030C90A}" sibTransId="{155AB4F8-7AB9-419D-8DB4-CFAEE4656F6D}"/>
    <dgm:cxn modelId="{15BCE4AD-9012-40C4-82CB-10891AE1351F}" type="presOf" srcId="{8107386D-B87F-4E34-A4F6-06E3250C7730}" destId="{72ECF853-03B5-4A7D-B646-4BEF1A9C3DE3}" srcOrd="0" destOrd="0" presId="urn:microsoft.com/office/officeart/2005/8/layout/process1"/>
    <dgm:cxn modelId="{060D5AEB-778E-4635-8589-63F525932A7D}" type="presOf" srcId="{C6215E0E-8DD5-47C1-9F8F-F0501093DA1E}" destId="{DE1C69AA-96AB-46FD-A593-C4B360375F36}" srcOrd="1" destOrd="0" presId="urn:microsoft.com/office/officeart/2005/8/layout/process1"/>
    <dgm:cxn modelId="{EF8475D7-84D6-4A0D-ACE5-2384B726FA7F}" type="presParOf" srcId="{41155954-CD58-4703-A28E-1F18D8E6AA0A}" destId="{E2DD6ADA-6DBE-40F1-8B21-C32D9F1A4307}" srcOrd="0" destOrd="0" presId="urn:microsoft.com/office/officeart/2005/8/layout/process1"/>
    <dgm:cxn modelId="{C5DF4CF3-101E-4A41-A800-A2E29784E237}" type="presParOf" srcId="{41155954-CD58-4703-A28E-1F18D8E6AA0A}" destId="{6C8681A4-633C-45EB-BA27-5E59C349E756}" srcOrd="1" destOrd="0" presId="urn:microsoft.com/office/officeart/2005/8/layout/process1"/>
    <dgm:cxn modelId="{6DBE6A60-FC6F-4685-B3C2-1BC9EDDB0987}" type="presParOf" srcId="{6C8681A4-633C-45EB-BA27-5E59C349E756}" destId="{4446DCDC-B880-4B03-A157-4691FEEB734C}" srcOrd="0" destOrd="0" presId="urn:microsoft.com/office/officeart/2005/8/layout/process1"/>
    <dgm:cxn modelId="{602DFF77-8832-44FC-970D-D8074C0A429A}" type="presParOf" srcId="{41155954-CD58-4703-A28E-1F18D8E6AA0A}" destId="{FB85B66C-0A35-4220-8E9B-04A198B8638F}" srcOrd="2" destOrd="0" presId="urn:microsoft.com/office/officeart/2005/8/layout/process1"/>
    <dgm:cxn modelId="{14D2141E-265A-4563-A432-535FC0EA9570}" type="presParOf" srcId="{41155954-CD58-4703-A28E-1F18D8E6AA0A}" destId="{72C53C55-66E6-417E-B45B-094D212819C5}" srcOrd="3" destOrd="0" presId="urn:microsoft.com/office/officeart/2005/8/layout/process1"/>
    <dgm:cxn modelId="{ECF7981E-38CB-40F0-A71E-37F9A4E28D31}" type="presParOf" srcId="{72C53C55-66E6-417E-B45B-094D212819C5}" destId="{DE1C69AA-96AB-46FD-A593-C4B360375F36}" srcOrd="0" destOrd="0" presId="urn:microsoft.com/office/officeart/2005/8/layout/process1"/>
    <dgm:cxn modelId="{0AF5B4B3-BAE8-4B14-9172-0E9E14E0235E}" type="presParOf" srcId="{41155954-CD58-4703-A28E-1F18D8E6AA0A}" destId="{72ECF853-03B5-4A7D-B646-4BEF1A9C3DE3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DD6ADA-6DBE-40F1-8B21-C32D9F1A4307}">
      <dsp:nvSpPr>
        <dsp:cNvPr id="0" name=""/>
        <dsp:cNvSpPr/>
      </dsp:nvSpPr>
      <dsp:spPr>
        <a:xfrm>
          <a:off x="8929" y="977304"/>
          <a:ext cx="2668984" cy="16013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400" kern="1200">
              <a:latin typeface="맑은 고딕" panose="020B0503020000020004" pitchFamily="50" charset="-127"/>
            </a:rPr>
            <a:t>단계 </a:t>
          </a:r>
          <a:r>
            <a:rPr lang="en-US" altLang="ko-KR" sz="2400" kern="1200">
              <a:latin typeface="맑은 고딕" panose="020B0503020000020004" pitchFamily="50" charset="-127"/>
            </a:rPr>
            <a:t>1</a:t>
          </a:r>
          <a:endParaRPr lang="ko-KR" altLang="en-US" sz="2400" kern="1200">
            <a:latin typeface="맑은 고딕" panose="020B0503020000020004" pitchFamily="50" charset="-127"/>
          </a:endParaRPr>
        </a:p>
      </dsp:txBody>
      <dsp:txXfrm>
        <a:off x="55832" y="1024207"/>
        <a:ext cx="2575178" cy="1507584"/>
      </dsp:txXfrm>
    </dsp:sp>
    <dsp:sp modelId="{6C8681A4-633C-45EB-BA27-5E59C349E756}">
      <dsp:nvSpPr>
        <dsp:cNvPr id="0" name=""/>
        <dsp:cNvSpPr/>
      </dsp:nvSpPr>
      <dsp:spPr>
        <a:xfrm>
          <a:off x="2944812" y="1447045"/>
          <a:ext cx="565824" cy="66190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900" kern="1200"/>
        </a:p>
      </dsp:txBody>
      <dsp:txXfrm>
        <a:off x="2944812" y="1579427"/>
        <a:ext cx="396077" cy="397144"/>
      </dsp:txXfrm>
    </dsp:sp>
    <dsp:sp modelId="{FB85B66C-0A35-4220-8E9B-04A198B8638F}">
      <dsp:nvSpPr>
        <dsp:cNvPr id="0" name=""/>
        <dsp:cNvSpPr/>
      </dsp:nvSpPr>
      <dsp:spPr>
        <a:xfrm>
          <a:off x="3745507" y="977304"/>
          <a:ext cx="2668984" cy="16013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400" kern="1200">
              <a:latin typeface="맑은 고딕" panose="020B0503020000020004" pitchFamily="50" charset="-127"/>
            </a:rPr>
            <a:t>단계 </a:t>
          </a:r>
          <a:r>
            <a:rPr lang="en-US" altLang="ko-KR" sz="2400" kern="1200">
              <a:latin typeface="맑은 고딕" panose="020B0503020000020004" pitchFamily="50" charset="-127"/>
            </a:rPr>
            <a:t>2</a:t>
          </a:r>
          <a:endParaRPr lang="ko-KR" altLang="en-US" sz="2400" kern="1200">
            <a:latin typeface="맑은 고딕" panose="020B0503020000020004" pitchFamily="50" charset="-127"/>
          </a:endParaRPr>
        </a:p>
      </dsp:txBody>
      <dsp:txXfrm>
        <a:off x="3792410" y="1024207"/>
        <a:ext cx="2575178" cy="1507584"/>
      </dsp:txXfrm>
    </dsp:sp>
    <dsp:sp modelId="{72C53C55-66E6-417E-B45B-094D212819C5}">
      <dsp:nvSpPr>
        <dsp:cNvPr id="0" name=""/>
        <dsp:cNvSpPr/>
      </dsp:nvSpPr>
      <dsp:spPr>
        <a:xfrm>
          <a:off x="6681390" y="1447045"/>
          <a:ext cx="565824" cy="66190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900" kern="1200"/>
        </a:p>
      </dsp:txBody>
      <dsp:txXfrm>
        <a:off x="6681390" y="1579427"/>
        <a:ext cx="396077" cy="397144"/>
      </dsp:txXfrm>
    </dsp:sp>
    <dsp:sp modelId="{72ECF853-03B5-4A7D-B646-4BEF1A9C3DE3}">
      <dsp:nvSpPr>
        <dsp:cNvPr id="0" name=""/>
        <dsp:cNvSpPr/>
      </dsp:nvSpPr>
      <dsp:spPr>
        <a:xfrm>
          <a:off x="7482085" y="977304"/>
          <a:ext cx="2668984" cy="16013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400" kern="1200">
              <a:latin typeface="맑은 고딕" panose="020B0503020000020004" pitchFamily="50" charset="-127"/>
            </a:rPr>
            <a:t>단계 </a:t>
          </a:r>
          <a:r>
            <a:rPr lang="en-US" altLang="ko-KR" sz="2400" kern="1200">
              <a:latin typeface="맑은 고딕" panose="020B0503020000020004" pitchFamily="50" charset="-127"/>
            </a:rPr>
            <a:t>3</a:t>
          </a:r>
          <a:endParaRPr lang="ko-KR" altLang="en-US" sz="2400" kern="1200">
            <a:latin typeface="맑은 고딕" panose="020B0503020000020004" pitchFamily="50" charset="-127"/>
          </a:endParaRPr>
        </a:p>
      </dsp:txBody>
      <dsp:txXfrm>
        <a:off x="7528988" y="1024207"/>
        <a:ext cx="2575178" cy="15075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44BF8B-B3A2-4D17-889F-C27F71314F7F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11E174-F96E-45A9-9B21-A97DC976BF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8664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NOTES_G-1: </a:t>
            </a:r>
            <a:r>
              <a:rPr lang="ko-KR" altLang="en-US"/>
              <a:t>원본과 결합 결과에서 이 노트가 같아야 합니다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11E174-F96E-45A9-9B21-A97DC976BFE5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28916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NOTES_G-2: </a:t>
            </a:r>
            <a:r>
              <a:rPr lang="ko-KR" altLang="en-US"/>
              <a:t>원본과 결합 결과에서 이 노트가 같아야 합니다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11E174-F96E-45A9-9B21-A97DC976BFE5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94379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NOTES_G-3: </a:t>
            </a:r>
            <a:r>
              <a:rPr lang="ko-KR" altLang="en-US"/>
              <a:t>원본과 결합 결과에서 이 노트가 같아야 합니다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11E174-F96E-45A9-9B21-A97DC976BFE5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42371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NOTES_G-4: </a:t>
            </a:r>
            <a:r>
              <a:rPr lang="ko-KR" altLang="en-US"/>
              <a:t>원본과 결합 결과에서 이 노트가 같아야 합니다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11E174-F96E-45A9-9B21-A97DC976BFE5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16696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NOTES_G-5: </a:t>
            </a:r>
            <a:r>
              <a:rPr lang="ko-KR" altLang="en-US"/>
              <a:t>원본과 결합 결과에서 이 노트가 같아야 합니다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11E174-F96E-45A9-9B21-A97DC976BFE5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33179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NOTES_G-6: </a:t>
            </a:r>
            <a:r>
              <a:rPr lang="ko-KR" altLang="en-US"/>
              <a:t>원본과 결합 결과에서 이 노트가 같아야 합니다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11E174-F96E-45A9-9B21-A97DC976BFE5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43724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NOTES_G-7: </a:t>
            </a:r>
            <a:r>
              <a:rPr lang="ko-KR" altLang="en-US"/>
              <a:t>원본과 결합 결과에서 이 노트가 같아야 합니다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11E174-F96E-45A9-9B21-A97DC976BFE5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45268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NOTES_G-8: </a:t>
            </a:r>
            <a:r>
              <a:rPr lang="ko-KR" altLang="en-US"/>
              <a:t>원본과 결합 결과에서 이 노트가 같아야 합니다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11E174-F96E-45A9-9B21-A97DC976BFE5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12173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NOTES_G-9: </a:t>
            </a:r>
            <a:r>
              <a:rPr lang="ko-KR" altLang="en-US"/>
              <a:t>원본과 결합 결과에서 이 노트가 같아야 합니다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11E174-F96E-45A9-9B21-A97DC976BFE5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38422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97D8F8-42DC-DD1A-0C49-B81C82B9B0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1C59B46-D263-9922-CDAD-2D826DEA25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5109F9-A56E-5617-988C-E6230E750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30385-5448-4BAE-A8D6-918A78659B7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28CED4-1654-927D-84D9-C9019BDA5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8617EF-0805-A1D8-78CC-B39918845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73C41-7A25-4943-8D06-AFEAD93559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3858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991D27-6535-D02E-442D-A3313DD19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7077E1-894C-551E-9245-C77C4BEDD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A3B9F8-942A-5E53-D81A-C3BAC7CE6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30385-5448-4BAE-A8D6-918A78659B7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A6BC40-2E83-F97F-245B-C4823316F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26CFF4-5E69-4108-65F7-45357AAAC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73C41-7A25-4943-8D06-AFEAD93559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6401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3D9C73-28F9-22BD-63A8-C072D54A1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D1F62D6-7625-8D75-9CE5-3F85D31215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25C9E1-B3AC-982E-1147-D66434A72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30385-5448-4BAE-A8D6-918A78659B7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FC6BCC-2EB3-6E25-91A3-989304E59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27C122-84F7-6C4E-4877-A5ABA105D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73C41-7A25-4943-8D06-AFEAD93559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083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A46C23-5ADD-07AA-8B6C-28092528C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808DF6-FB31-E60F-DBC0-9D13940353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FBCC4F3-A9F1-EA93-EE7B-2DC8A34F1B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4F1DCC2-42B6-DBD5-A2A5-573C1776A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30385-5448-4BAE-A8D6-918A78659B7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2DA18B2-AF6B-B2DE-F959-53650CE87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0B84C73-60FF-34CF-2834-536F95C65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73C41-7A25-4943-8D06-AFEAD93559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1252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FB0297-1D30-0AEB-5FC5-529639983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381610D-F9E1-5FC8-57E3-597107A0A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EE2E8BE-7842-D3FE-A924-617958E075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6BCC219-84FA-051A-44B6-6F98311ED4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9DB4161-CFCE-AF92-A35F-3B6EACD6A2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FD76824-46A7-9418-81B0-E20B109FA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30385-5448-4BAE-A8D6-918A78659B7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961EFE0-809F-BFD7-2045-9BBDDDC50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8B89405-6BFA-FE80-0CD4-F434EDB55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73C41-7A25-4943-8D06-AFEAD93559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6582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79D745-DF51-4EA5-59BD-6D5DA7E0B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9871C76-1E5D-5EF4-1870-3D0EA6A0E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30385-5448-4BAE-A8D6-918A78659B7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42F90A5-A95E-E94E-ED5F-4B8128057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94867FE-7E34-FCEC-7CFA-D7858726B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73C41-7A25-4943-8D06-AFEAD93559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4586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DVANCED_CUSTOM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F123868-07C6-FE97-D945-89AA99BC0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30385-5448-4BAE-A8D6-918A78659B7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320130D-C8A6-CF15-0BD7-AD1210FBA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14F1D5-8B3C-2E1C-AA2F-8A87AE814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73C41-7A25-4943-8D06-AFEAD93559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0255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420A6E-3A9B-3040-1BF2-6E9D8768E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CE9FDC-E163-99DE-5572-6DD9F41B4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93B26C8-B63D-39FA-D66A-C72C3AE09B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A0E8434-6DE2-4A73-96E9-CF34F9892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30385-5448-4BAE-A8D6-918A78659B7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5460FE1-AE70-24E4-C0BB-751AB7B47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299B0FC-DC5C-2D0D-5D31-8359B266A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73C41-7A25-4943-8D06-AFEAD93559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9423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1BA486-20C0-4B29-8562-702EA275F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D160988-5EFB-BBE0-7896-A52462D319C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CE197F4-0116-8A25-82EA-2CC956D167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172846D-3CA3-BCE3-B026-ABF79EDCE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30385-5448-4BAE-A8D6-918A78659B7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25D59C9-72FE-EC7F-FF27-04E0BE4CD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EFB9D96-2A2C-3B66-D76D-FEF6011C9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73C41-7A25-4943-8D06-AFEAD93559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0518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6789EA-A0CE-07A2-96F8-9B9D66EA8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742C1F6-17C4-07F9-BFFD-95F5E94AEF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645D39-7A59-D0F8-5D88-CEA2804F9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30385-5448-4BAE-A8D6-918A78659B7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E17342-1538-38F7-A2B0-13F41362E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2CDF56-113D-E3C7-A356-20B8994F5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73C41-7A25-4943-8D06-AFEAD93559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6054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5C339CB-380C-976B-23B8-3FCADC13C3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32E196D-908F-9F05-0A96-A861A969A6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575651-A2D0-890A-86CF-31BD425D7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30385-5448-4BAE-A8D6-918A78659B7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E25C2A-DF10-00B6-1CA3-3EDB3291F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F7E361-C8A8-DDCC-DE6C-2857A1BAB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73C41-7A25-4943-8D06-AFEAD93559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3703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ADVANCED_MASTER"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B205791-5C5E-63EA-9FF5-1755E790C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5A557C-B661-42F3-0D6E-51A54D3AAD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0A4C5C-F0A0-F9B5-B623-EE3D2C3F26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030385-5448-4BAE-A8D6-918A78659B78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4165F9-2F94-4E42-3189-C907EE6BCD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E0DD3F-046A-D681-3B41-33DDFA0E89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873C41-7A25-4943-8D06-AFEAD935597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ADVANCED_MASTER_BAND">
            <a:extLst>
              <a:ext uri="{FF2B5EF4-FFF2-40B4-BE49-F238E27FC236}">
                <a16:creationId xmlns:a16="http://schemas.microsoft.com/office/drawing/2014/main" id="{0077EED8-E4DA-FAEA-598F-C89E903BCA3F}"/>
              </a:ext>
            </a:extLst>
          </p:cNvPr>
          <p:cNvSpPr/>
          <p:nvPr userDrawn="1"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4375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Work\Side%20Project\ppt_merge\tests\fixtures\advanced\source_data.xlsx!TestData!%5bsource_data.xlsx%5dTestData%20&#52264;&#53944;%201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st_title">
            <a:extLst>
              <a:ext uri="{FF2B5EF4-FFF2-40B4-BE49-F238E27FC236}">
                <a16:creationId xmlns:a16="http://schemas.microsoft.com/office/drawing/2014/main" id="{731B34D4-4C2E-2414-EB21-87A27A6CA099}"/>
              </a:ext>
            </a:extLst>
          </p:cNvPr>
          <p:cNvSpPr txBox="1"/>
          <p:nvPr/>
        </p:nvSpPr>
        <p:spPr>
          <a:xfrm>
            <a:off x="533400" y="482600"/>
            <a:ext cx="10795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3000">
                <a:solidFill>
                  <a:srgbClr val="1E293B"/>
                </a:solidFill>
                <a:latin typeface="맑은 고딕" panose="020B0503020000020004" pitchFamily="50" charset="-127"/>
              </a:rPr>
              <a:t>G-1  SVG </a:t>
            </a:r>
            <a:r>
              <a:rPr lang="ko-KR" altLang="en-US" sz="3000">
                <a:solidFill>
                  <a:srgbClr val="1E293B"/>
                </a:solidFill>
                <a:latin typeface="맑은 고딕" panose="020B0503020000020004" pitchFamily="50" charset="-127"/>
              </a:rPr>
              <a:t>벡터 이미지</a:t>
            </a:r>
          </a:p>
        </p:txBody>
      </p:sp>
      <p:pic>
        <p:nvPicPr>
          <p:cNvPr id="4" name="svg_picture">
            <a:extLst>
              <a:ext uri="{FF2B5EF4-FFF2-40B4-BE49-F238E27FC236}">
                <a16:creationId xmlns:a16="http://schemas.microsoft.com/office/drawing/2014/main" id="{59420225-60C5-724F-E950-C79311189EB7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3000" y="1841500"/>
            <a:ext cx="8128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090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st_title">
            <a:extLst>
              <a:ext uri="{FF2B5EF4-FFF2-40B4-BE49-F238E27FC236}">
                <a16:creationId xmlns:a16="http://schemas.microsoft.com/office/drawing/2014/main" id="{F87303D6-D3FD-D9D5-12D4-8A4C9E1C728B}"/>
              </a:ext>
            </a:extLst>
          </p:cNvPr>
          <p:cNvSpPr txBox="1"/>
          <p:nvPr/>
        </p:nvSpPr>
        <p:spPr>
          <a:xfrm>
            <a:off x="533400" y="482600"/>
            <a:ext cx="10795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3000">
                <a:solidFill>
                  <a:srgbClr val="1E293B"/>
                </a:solidFill>
                <a:latin typeface="맑은 고딕" panose="020B0503020000020004" pitchFamily="50" charset="-127"/>
              </a:rPr>
              <a:t>G-2  </a:t>
            </a:r>
            <a:r>
              <a:rPr lang="ko-KR" altLang="en-US" sz="3000">
                <a:solidFill>
                  <a:srgbClr val="1E293B"/>
                </a:solidFill>
                <a:latin typeface="맑은 고딕" panose="020B0503020000020004" pitchFamily="50" charset="-127"/>
              </a:rPr>
              <a:t>편집 가능한 </a:t>
            </a:r>
            <a:r>
              <a:rPr lang="en-US" altLang="ko-KR" sz="3000">
                <a:solidFill>
                  <a:srgbClr val="1E293B"/>
                </a:solidFill>
                <a:latin typeface="맑은 고딕" panose="020B0503020000020004" pitchFamily="50" charset="-127"/>
              </a:rPr>
              <a:t>SmartArt</a:t>
            </a:r>
            <a:endParaRPr lang="ko-KR" altLang="en-US" sz="3000">
              <a:solidFill>
                <a:srgbClr val="1E293B"/>
              </a:solidFill>
              <a:latin typeface="맑은 고딕" panose="020B0503020000020004" pitchFamily="50" charset="-127"/>
            </a:endParaRPr>
          </a:p>
        </p:txBody>
      </p:sp>
      <p:graphicFrame>
        <p:nvGraphicFramePr>
          <p:cNvPr id="3" name="native_smartart">
            <a:extLst>
              <a:ext uri="{FF2B5EF4-FFF2-40B4-BE49-F238E27FC236}">
                <a16:creationId xmlns:a16="http://schemas.microsoft.com/office/drawing/2014/main" id="{6565DEF0-8E75-CB66-B68C-90D9ED2F73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28704031"/>
              </p:ext>
            </p:extLst>
          </p:nvPr>
        </p:nvGraphicFramePr>
        <p:xfrm>
          <a:off x="1016000" y="1778000"/>
          <a:ext cx="10160000" cy="3556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92147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st_title">
            <a:extLst>
              <a:ext uri="{FF2B5EF4-FFF2-40B4-BE49-F238E27FC236}">
                <a16:creationId xmlns:a16="http://schemas.microsoft.com/office/drawing/2014/main" id="{2C9308AE-3D80-FD23-C5A9-365439BA7276}"/>
              </a:ext>
            </a:extLst>
          </p:cNvPr>
          <p:cNvSpPr txBox="1"/>
          <p:nvPr/>
        </p:nvSpPr>
        <p:spPr>
          <a:xfrm>
            <a:off x="533400" y="482600"/>
            <a:ext cx="10795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3000">
                <a:solidFill>
                  <a:srgbClr val="1E293B"/>
                </a:solidFill>
                <a:latin typeface="맑은 고딕" panose="020B0503020000020004" pitchFamily="50" charset="-127"/>
              </a:rPr>
              <a:t>G-3  </a:t>
            </a:r>
            <a:r>
              <a:rPr lang="ko-KR" altLang="en-US" sz="3000">
                <a:solidFill>
                  <a:srgbClr val="1E293B"/>
                </a:solidFill>
                <a:latin typeface="맑은 고딕" panose="020B0503020000020004" pitchFamily="50" charset="-127"/>
              </a:rPr>
              <a:t>내장 오디오</a:t>
            </a:r>
          </a:p>
        </p:txBody>
      </p:sp>
      <p:sp>
        <p:nvSpPr>
          <p:cNvPr id="3" name="audio_instruction">
            <a:extLst>
              <a:ext uri="{FF2B5EF4-FFF2-40B4-BE49-F238E27FC236}">
                <a16:creationId xmlns:a16="http://schemas.microsoft.com/office/drawing/2014/main" id="{2235FC1A-5270-974F-1501-EF25DBCDABD0}"/>
              </a:ext>
            </a:extLst>
          </p:cNvPr>
          <p:cNvSpPr txBox="1"/>
          <p:nvPr/>
        </p:nvSpPr>
        <p:spPr>
          <a:xfrm>
            <a:off x="1143000" y="2159000"/>
            <a:ext cx="10033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>
                <a:solidFill>
                  <a:srgbClr val="1E293B"/>
                </a:solidFill>
                <a:latin typeface="맑은 고딕" panose="020B0503020000020004" pitchFamily="50" charset="-127"/>
              </a:rPr>
              <a:t>오디오 아이콘에서 </a:t>
            </a:r>
            <a:r>
              <a:rPr lang="en-US" altLang="ko-KR" sz="2400">
                <a:solidFill>
                  <a:srgbClr val="1E293B"/>
                </a:solidFill>
                <a:latin typeface="맑은 고딕" panose="020B0503020000020004" pitchFamily="50" charset="-127"/>
              </a:rPr>
              <a:t>2</a:t>
            </a:r>
            <a:r>
              <a:rPr lang="ko-KR" altLang="en-US" sz="2400">
                <a:solidFill>
                  <a:srgbClr val="1E293B"/>
                </a:solidFill>
                <a:latin typeface="맑은 고딕" panose="020B0503020000020004" pitchFamily="50" charset="-127"/>
              </a:rPr>
              <a:t>초 테스트음을 재생합니다</a:t>
            </a:r>
            <a:r>
              <a:rPr lang="en-US" altLang="ko-KR" sz="2400">
                <a:solidFill>
                  <a:srgbClr val="1E293B"/>
                </a:solidFill>
                <a:latin typeface="맑은 고딕" panose="020B0503020000020004" pitchFamily="50" charset="-127"/>
              </a:rPr>
              <a:t>.</a:t>
            </a:r>
            <a:endParaRPr lang="ko-KR" altLang="en-US" sz="2400">
              <a:solidFill>
                <a:srgbClr val="1E293B"/>
              </a:solidFill>
              <a:latin typeface="맑은 고딕" panose="020B0503020000020004" pitchFamily="50" charset="-127"/>
            </a:endParaRPr>
          </a:p>
        </p:txBody>
      </p:sp>
      <p:pic>
        <p:nvPicPr>
          <p:cNvPr id="4" name="embedded_audio">
            <a:hlinkClick r:id="" action="ppaction://media"/>
            <a:extLst>
              <a:ext uri="{FF2B5EF4-FFF2-40B4-BE49-F238E27FC236}">
                <a16:creationId xmlns:a16="http://schemas.microsoft.com/office/drawing/2014/main" id="{14ED6B79-E1D4-AAEA-E9C5-7578834E32E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524000" y="3683000"/>
            <a:ext cx="1143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165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st_title">
            <a:extLst>
              <a:ext uri="{FF2B5EF4-FFF2-40B4-BE49-F238E27FC236}">
                <a16:creationId xmlns:a16="http://schemas.microsoft.com/office/drawing/2014/main" id="{B120DF3A-A21C-DF49-E09F-6E26848D2ED1}"/>
              </a:ext>
            </a:extLst>
          </p:cNvPr>
          <p:cNvSpPr txBox="1"/>
          <p:nvPr/>
        </p:nvSpPr>
        <p:spPr>
          <a:xfrm>
            <a:off x="533400" y="482600"/>
            <a:ext cx="10795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3000">
                <a:solidFill>
                  <a:srgbClr val="1E293B"/>
                </a:solidFill>
                <a:latin typeface="맑은 고딕" panose="020B0503020000020004" pitchFamily="50" charset="-127"/>
              </a:rPr>
              <a:t>G-4  </a:t>
            </a:r>
            <a:r>
              <a:rPr lang="ko-KR" altLang="en-US" sz="3000">
                <a:solidFill>
                  <a:srgbClr val="1E293B"/>
                </a:solidFill>
                <a:latin typeface="맑은 고딕" panose="020B0503020000020004" pitchFamily="50" charset="-127"/>
              </a:rPr>
              <a:t>내장 비디오</a:t>
            </a:r>
          </a:p>
        </p:txBody>
      </p:sp>
      <p:pic>
        <p:nvPicPr>
          <p:cNvPr id="3" name="embedded_video">
            <a:hlinkClick r:id="" action="ppaction://media"/>
            <a:extLst>
              <a:ext uri="{FF2B5EF4-FFF2-40B4-BE49-F238E27FC236}">
                <a16:creationId xmlns:a16="http://schemas.microsoft.com/office/drawing/2014/main" id="{13F7E3F6-4C3C-A110-9D21-7B82EEC5518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270000" y="1524000"/>
            <a:ext cx="8128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68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-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st_title">
            <a:extLst>
              <a:ext uri="{FF2B5EF4-FFF2-40B4-BE49-F238E27FC236}">
                <a16:creationId xmlns:a16="http://schemas.microsoft.com/office/drawing/2014/main" id="{3B82D61A-DF8F-29FD-3F72-D5F6CED4D6B3}"/>
              </a:ext>
            </a:extLst>
          </p:cNvPr>
          <p:cNvSpPr txBox="1"/>
          <p:nvPr/>
        </p:nvSpPr>
        <p:spPr>
          <a:xfrm>
            <a:off x="533400" y="482600"/>
            <a:ext cx="10795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3000">
                <a:solidFill>
                  <a:srgbClr val="1E293B"/>
                </a:solidFill>
                <a:latin typeface="맑은 고딕" panose="020B0503020000020004" pitchFamily="50" charset="-127"/>
              </a:rPr>
              <a:t>G-5  </a:t>
            </a:r>
            <a:r>
              <a:rPr lang="ko-KR" altLang="en-US" sz="3000">
                <a:solidFill>
                  <a:srgbClr val="1E293B"/>
                </a:solidFill>
                <a:latin typeface="맑은 고딕" panose="020B0503020000020004" pitchFamily="50" charset="-127"/>
              </a:rPr>
              <a:t>내부 슬라이드 링크</a:t>
            </a:r>
          </a:p>
        </p:txBody>
      </p:sp>
      <p:sp>
        <p:nvSpPr>
          <p:cNvPr id="3" name="internal_jump">
            <a:hlinkClick r:id="rId3" action="ppaction://hlinksldjump"/>
            <a:extLst>
              <a:ext uri="{FF2B5EF4-FFF2-40B4-BE49-F238E27FC236}">
                <a16:creationId xmlns:a16="http://schemas.microsoft.com/office/drawing/2014/main" id="{906736E2-AC9D-CA77-F788-313055C64F01}"/>
              </a:ext>
            </a:extLst>
          </p:cNvPr>
          <p:cNvSpPr txBox="1"/>
          <p:nvPr/>
        </p:nvSpPr>
        <p:spPr>
          <a:xfrm>
            <a:off x="1270000" y="2540000"/>
            <a:ext cx="9271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3000">
                <a:solidFill>
                  <a:srgbClr val="1E293B"/>
                </a:solidFill>
                <a:latin typeface="맑은 고딕" panose="020B0503020000020004" pitchFamily="50" charset="-127"/>
              </a:rPr>
              <a:t>링크 대상 </a:t>
            </a:r>
            <a:r>
              <a:rPr lang="en-US" altLang="ko-KR" sz="3000">
                <a:solidFill>
                  <a:srgbClr val="1E293B"/>
                </a:solidFill>
                <a:latin typeface="맑은 고딕" panose="020B0503020000020004" pitchFamily="50" charset="-127"/>
              </a:rPr>
              <a:t>G-6</a:t>
            </a:r>
            <a:r>
              <a:rPr lang="ko-KR" altLang="en-US" sz="3000">
                <a:solidFill>
                  <a:srgbClr val="1E293B"/>
                </a:solidFill>
                <a:latin typeface="맑은 고딕" panose="020B0503020000020004" pitchFamily="50" charset="-127"/>
              </a:rPr>
              <a:t>으로 이동</a:t>
            </a:r>
          </a:p>
        </p:txBody>
      </p:sp>
    </p:spTree>
    <p:extLst>
      <p:ext uri="{BB962C8B-B14F-4D97-AF65-F5344CB8AC3E}">
        <p14:creationId xmlns:p14="http://schemas.microsoft.com/office/powerpoint/2010/main" val="1059782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-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st_title">
            <a:extLst>
              <a:ext uri="{FF2B5EF4-FFF2-40B4-BE49-F238E27FC236}">
                <a16:creationId xmlns:a16="http://schemas.microsoft.com/office/drawing/2014/main" id="{B9B0FCB5-0693-93EE-1613-0E48FE5D66C1}"/>
              </a:ext>
            </a:extLst>
          </p:cNvPr>
          <p:cNvSpPr txBox="1"/>
          <p:nvPr/>
        </p:nvSpPr>
        <p:spPr>
          <a:xfrm>
            <a:off x="533400" y="482600"/>
            <a:ext cx="10795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3000">
                <a:solidFill>
                  <a:srgbClr val="1E293B"/>
                </a:solidFill>
                <a:latin typeface="맑은 고딕" panose="020B0503020000020004" pitchFamily="50" charset="-127"/>
              </a:rPr>
              <a:t>G-6  </a:t>
            </a:r>
            <a:r>
              <a:rPr lang="ko-KR" altLang="en-US" sz="3000">
                <a:solidFill>
                  <a:srgbClr val="1E293B"/>
                </a:solidFill>
                <a:latin typeface="맑은 고딕" panose="020B0503020000020004" pitchFamily="50" charset="-127"/>
              </a:rPr>
              <a:t>링크 도착 지점</a:t>
            </a:r>
          </a:p>
        </p:txBody>
      </p:sp>
      <p:sp>
        <p:nvSpPr>
          <p:cNvPr id="3" name="link_destination">
            <a:extLst>
              <a:ext uri="{FF2B5EF4-FFF2-40B4-BE49-F238E27FC236}">
                <a16:creationId xmlns:a16="http://schemas.microsoft.com/office/drawing/2014/main" id="{B8180313-EB9C-E402-D274-9A19FB873DED}"/>
              </a:ext>
            </a:extLst>
          </p:cNvPr>
          <p:cNvSpPr txBox="1"/>
          <p:nvPr/>
        </p:nvSpPr>
        <p:spPr>
          <a:xfrm>
            <a:off x="1270000" y="2540000"/>
            <a:ext cx="9271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3000">
                <a:solidFill>
                  <a:srgbClr val="1E293B"/>
                </a:solidFill>
                <a:latin typeface="맑은 고딕" panose="020B0503020000020004" pitchFamily="50" charset="-127"/>
              </a:rPr>
              <a:t>G-6</a:t>
            </a:r>
            <a:r>
              <a:rPr lang="ko-KR" altLang="en-US" sz="3000">
                <a:solidFill>
                  <a:srgbClr val="1E293B"/>
                </a:solidFill>
                <a:latin typeface="맑은 고딕" panose="020B0503020000020004" pitchFamily="50" charset="-127"/>
              </a:rPr>
              <a:t>에 도착했습니다</a:t>
            </a:r>
            <a:r>
              <a:rPr lang="en-US" altLang="ko-KR" sz="3000">
                <a:solidFill>
                  <a:srgbClr val="1E293B"/>
                </a:solidFill>
                <a:latin typeface="맑은 고딕" panose="020B0503020000020004" pitchFamily="50" charset="-127"/>
              </a:rPr>
              <a:t>.</a:t>
            </a:r>
            <a:endParaRPr lang="ko-KR" altLang="en-US" sz="3000">
              <a:solidFill>
                <a:srgbClr val="1E293B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786969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-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st_title">
            <a:extLst>
              <a:ext uri="{FF2B5EF4-FFF2-40B4-BE49-F238E27FC236}">
                <a16:creationId xmlns:a16="http://schemas.microsoft.com/office/drawing/2014/main" id="{6A53095E-3B05-8C34-490D-AC45EF659FD7}"/>
              </a:ext>
            </a:extLst>
          </p:cNvPr>
          <p:cNvSpPr txBox="1"/>
          <p:nvPr/>
        </p:nvSpPr>
        <p:spPr>
          <a:xfrm>
            <a:off x="533400" y="482600"/>
            <a:ext cx="10795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3000">
                <a:solidFill>
                  <a:srgbClr val="1E293B"/>
                </a:solidFill>
                <a:latin typeface="맑은 고딕" panose="020B0503020000020004" pitchFamily="50" charset="-127"/>
              </a:rPr>
              <a:t>G-7  </a:t>
            </a:r>
            <a:r>
              <a:rPr lang="ko-KR" altLang="en-US" sz="3000">
                <a:solidFill>
                  <a:srgbClr val="1E293B"/>
                </a:solidFill>
                <a:latin typeface="맑은 고딕" panose="020B0503020000020004" pitchFamily="50" charset="-127"/>
              </a:rPr>
              <a:t>내장 </a:t>
            </a:r>
            <a:r>
              <a:rPr lang="en-US" altLang="ko-KR" sz="3000">
                <a:solidFill>
                  <a:srgbClr val="1E293B"/>
                </a:solidFill>
                <a:latin typeface="맑은 고딕" panose="020B0503020000020004" pitchFamily="50" charset="-127"/>
              </a:rPr>
              <a:t>Excel OLE </a:t>
            </a:r>
            <a:r>
              <a:rPr lang="ko-KR" altLang="en-US" sz="3000">
                <a:solidFill>
                  <a:srgbClr val="1E293B"/>
                </a:solidFill>
                <a:latin typeface="맑은 고딕" panose="020B0503020000020004" pitchFamily="50" charset="-127"/>
              </a:rPr>
              <a:t>객체</a:t>
            </a:r>
          </a:p>
        </p:txBody>
      </p:sp>
      <p:graphicFrame>
        <p:nvGraphicFramePr>
          <p:cNvPr id="3" name="embedded_excel_ole">
            <a:extLst>
              <a:ext uri="{FF2B5EF4-FFF2-40B4-BE49-F238E27FC236}">
                <a16:creationId xmlns:a16="http://schemas.microsoft.com/office/drawing/2014/main" id="{3359A595-B8D1-A4F6-45C0-48FC680EB2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0142700"/>
              </p:ext>
            </p:extLst>
          </p:nvPr>
        </p:nvGraphicFramePr>
        <p:xfrm>
          <a:off x="1143000" y="1905000"/>
          <a:ext cx="9525000" cy="330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8563265" imgH="3571875" progId="Excel.Sheet.12">
                  <p:embed/>
                </p:oleObj>
              </mc:Choice>
              <mc:Fallback>
                <p:oleObj name="Worksheet" r:id="rId3" imgW="8563265" imgH="357187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43000" y="1905000"/>
                        <a:ext cx="9525000" cy="330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762452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-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st_title">
            <a:extLst>
              <a:ext uri="{FF2B5EF4-FFF2-40B4-BE49-F238E27FC236}">
                <a16:creationId xmlns:a16="http://schemas.microsoft.com/office/drawing/2014/main" id="{5809F839-6BE3-2B6A-CD30-8CF8F8157302}"/>
              </a:ext>
            </a:extLst>
          </p:cNvPr>
          <p:cNvSpPr txBox="1"/>
          <p:nvPr/>
        </p:nvSpPr>
        <p:spPr>
          <a:xfrm>
            <a:off x="533400" y="482600"/>
            <a:ext cx="10795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3000">
                <a:solidFill>
                  <a:srgbClr val="1E293B"/>
                </a:solidFill>
                <a:latin typeface="맑은 고딕" panose="020B0503020000020004" pitchFamily="50" charset="-127"/>
              </a:rPr>
              <a:t>G-8  </a:t>
            </a:r>
            <a:r>
              <a:rPr lang="ko-KR" altLang="en-US" sz="3000">
                <a:solidFill>
                  <a:srgbClr val="1E293B"/>
                </a:solidFill>
                <a:latin typeface="맑은 고딕" panose="020B0503020000020004" pitchFamily="50" charset="-127"/>
              </a:rPr>
              <a:t>외부 </a:t>
            </a:r>
            <a:r>
              <a:rPr lang="en-US" altLang="ko-KR" sz="3000">
                <a:solidFill>
                  <a:srgbClr val="1E293B"/>
                </a:solidFill>
                <a:latin typeface="맑은 고딕" panose="020B0503020000020004" pitchFamily="50" charset="-127"/>
              </a:rPr>
              <a:t>Excel </a:t>
            </a:r>
            <a:r>
              <a:rPr lang="ko-KR" altLang="en-US" sz="3000">
                <a:solidFill>
                  <a:srgbClr val="1E293B"/>
                </a:solidFill>
                <a:latin typeface="맑은 고딕" panose="020B0503020000020004" pitchFamily="50" charset="-127"/>
              </a:rPr>
              <a:t>연결 차트</a:t>
            </a:r>
          </a:p>
        </p:txBody>
      </p:sp>
      <p:graphicFrame>
        <p:nvGraphicFramePr>
          <p:cNvPr id="3" name="linked_excel_chart">
            <a:extLst>
              <a:ext uri="{FF2B5EF4-FFF2-40B4-BE49-F238E27FC236}">
                <a16:creationId xmlns:a16="http://schemas.microsoft.com/office/drawing/2014/main" id="{0C79CA90-48B3-0E87-1D21-E6A3089934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9124999"/>
              </p:ext>
            </p:extLst>
          </p:nvPr>
        </p:nvGraphicFramePr>
        <p:xfrm>
          <a:off x="1149350" y="1778000"/>
          <a:ext cx="7011988" cy="406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5714697" imgH="3314700" progId="Excel.Sheet.12">
                  <p:link updateAutomatic="1"/>
                </p:oleObj>
              </mc:Choice>
              <mc:Fallback>
                <p:oleObj name="Worksheet" r:id="rId3" imgW="5714697" imgH="3314700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49350" y="1778000"/>
                        <a:ext cx="7011988" cy="4065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061567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-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st_title">
            <a:extLst>
              <a:ext uri="{FF2B5EF4-FFF2-40B4-BE49-F238E27FC236}">
                <a16:creationId xmlns:a16="http://schemas.microsoft.com/office/drawing/2014/main" id="{E83FD601-C6F2-E4A1-60C0-85A9DF877F83}"/>
              </a:ext>
            </a:extLst>
          </p:cNvPr>
          <p:cNvSpPr txBox="1"/>
          <p:nvPr/>
        </p:nvSpPr>
        <p:spPr>
          <a:xfrm>
            <a:off x="533400" y="482600"/>
            <a:ext cx="10795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3000">
                <a:solidFill>
                  <a:srgbClr val="1E293B"/>
                </a:solidFill>
                <a:latin typeface="맑은 고딕" panose="020B0503020000020004" pitchFamily="50" charset="-127"/>
              </a:rPr>
              <a:t>G-9  </a:t>
            </a:r>
            <a:r>
              <a:rPr lang="ko-KR" altLang="en-US" sz="3000">
                <a:solidFill>
                  <a:srgbClr val="1E293B"/>
                </a:solidFill>
                <a:latin typeface="맑은 고딕" panose="020B0503020000020004" pitchFamily="50" charset="-127"/>
              </a:rPr>
              <a:t>모션 경로 애니메이션</a:t>
            </a:r>
          </a:p>
        </p:txBody>
      </p:sp>
      <p:sp>
        <p:nvSpPr>
          <p:cNvPr id="3" name="motion_circle">
            <a:extLst>
              <a:ext uri="{FF2B5EF4-FFF2-40B4-BE49-F238E27FC236}">
                <a16:creationId xmlns:a16="http://schemas.microsoft.com/office/drawing/2014/main" id="{E922F9F5-BD5E-FC56-9071-8942BF648538}"/>
              </a:ext>
            </a:extLst>
          </p:cNvPr>
          <p:cNvSpPr/>
          <p:nvPr/>
        </p:nvSpPr>
        <p:spPr>
          <a:xfrm>
            <a:off x="1270000" y="3048000"/>
            <a:ext cx="1270000" cy="12700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motion_instruction">
            <a:extLst>
              <a:ext uri="{FF2B5EF4-FFF2-40B4-BE49-F238E27FC236}">
                <a16:creationId xmlns:a16="http://schemas.microsoft.com/office/drawing/2014/main" id="{4CA32455-7ACF-925A-6C20-E4F0F97B0399}"/>
              </a:ext>
            </a:extLst>
          </p:cNvPr>
          <p:cNvSpPr txBox="1"/>
          <p:nvPr/>
        </p:nvSpPr>
        <p:spPr>
          <a:xfrm>
            <a:off x="1143000" y="1778000"/>
            <a:ext cx="10033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400">
                <a:solidFill>
                  <a:srgbClr val="1E293B"/>
                </a:solidFill>
                <a:latin typeface="맑은 고딕" panose="020B0503020000020004" pitchFamily="50" charset="-127"/>
              </a:rPr>
              <a:t>클릭하면 원이 모션 경로를 따라 이동합니다</a:t>
            </a:r>
            <a:r>
              <a:rPr lang="en-US" altLang="ko-KR" sz="2400">
                <a:solidFill>
                  <a:srgbClr val="1E293B"/>
                </a:solidFill>
                <a:latin typeface="맑은 고딕" panose="020B0503020000020004" pitchFamily="50" charset="-127"/>
              </a:rPr>
              <a:t>.</a:t>
            </a:r>
            <a:endParaRPr lang="ko-KR" altLang="en-US" sz="2400">
              <a:solidFill>
                <a:srgbClr val="1E293B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08785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9 0 0.125 0.056 0.125 0.125 C 0.125 0.194 0.069 0.25 0 0.25 C -0.069 0.25 -0.125 0.194 -0.125 0.125 C -0.125 0.056 -0.069 0 0 0 Z" pathEditMode="relative" ptsTypes="">
                                      <p:cBhvr>
                                        <p:cTn id="6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7C3AED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</Words>
  <Application>Microsoft Office PowerPoint</Application>
  <PresentationFormat>사용자 지정</PresentationFormat>
  <Paragraphs>34</Paragraphs>
  <Slides>9</Slides>
  <Notes>9</Notes>
  <HiddenSlides>0</HiddenSlides>
  <MMClips>2</MMClips>
  <ScaleCrop>false</ScaleCrop>
  <HeadingPairs>
    <vt:vector size="10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연결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맑은 고딕</vt:lpstr>
      <vt:lpstr>Arial</vt:lpstr>
      <vt:lpstr>Office 테마</vt:lpstr>
      <vt:lpstr>C:\Work\Side Project\ppt_merge\tests\fixtures\advanced\source_data.xlsx!TestData![source_data.xlsx]TestData 차트 1</vt:lpstr>
      <vt:lpstr>Microsoft Excel 워크시트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taehyun an</dc:creator>
  <cp:lastModifiedBy>taehyun an</cp:lastModifiedBy>
  <cp:revision>1</cp:revision>
  <dcterms:created xsi:type="dcterms:W3CDTF">2026-10-07T07:14:17Z</dcterms:created>
  <dcterms:modified xsi:type="dcterms:W3CDTF">2026-10-07T07:14:27Z</dcterms:modified>
</cp:coreProperties>
</file>